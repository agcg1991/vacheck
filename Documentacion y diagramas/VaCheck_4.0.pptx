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7" r:id="rId2"/>
  </p:sldMasterIdLst>
  <p:notesMasterIdLst>
    <p:notesMasterId r:id="rId24"/>
  </p:notesMasterIdLst>
  <p:sldIdLst>
    <p:sldId id="256" r:id="rId3"/>
    <p:sldId id="257" r:id="rId4"/>
    <p:sldId id="258" r:id="rId5"/>
    <p:sldId id="260" r:id="rId6"/>
    <p:sldId id="264" r:id="rId7"/>
    <p:sldId id="280" r:id="rId8"/>
    <p:sldId id="309" r:id="rId9"/>
    <p:sldId id="278" r:id="rId10"/>
    <p:sldId id="265" r:id="rId11"/>
    <p:sldId id="277" r:id="rId12"/>
    <p:sldId id="268" r:id="rId13"/>
    <p:sldId id="267" r:id="rId14"/>
    <p:sldId id="316" r:id="rId15"/>
    <p:sldId id="319" r:id="rId16"/>
    <p:sldId id="281" r:id="rId17"/>
    <p:sldId id="318" r:id="rId18"/>
    <p:sldId id="270" r:id="rId19"/>
    <p:sldId id="320" r:id="rId20"/>
    <p:sldId id="314" r:id="rId21"/>
    <p:sldId id="315" r:id="rId22"/>
    <p:sldId id="271" r:id="rId23"/>
  </p:sldIdLst>
  <p:sldSz cx="9144000" cy="5143500" type="screen16x9"/>
  <p:notesSz cx="6858000" cy="9144000"/>
  <p:embeddedFontLst>
    <p:embeddedFont>
      <p:font typeface="Fira Sans" panose="020B0604020202020204" charset="0"/>
      <p:regular r:id="rId25"/>
      <p:bold r:id="rId26"/>
      <p:italic r:id="rId27"/>
      <p:boldItalic r:id="rId28"/>
    </p:embeddedFont>
    <p:embeddedFont>
      <p:font typeface="Fira Sans Light" panose="020B0604020202020204" charset="0"/>
      <p:regular r:id="rId29"/>
      <p:bold r:id="rId30"/>
      <p:italic r:id="rId31"/>
      <p:boldItalic r:id="rId32"/>
    </p:embeddedFont>
    <p:embeddedFont>
      <p:font typeface="Raleway" panose="020B0604020202020204" charset="0"/>
      <p:regular r:id="rId33"/>
      <p:bold r:id="rId34"/>
      <p:italic r:id="rId35"/>
      <p:boldItalic r:id="rId36"/>
    </p:embeddedFont>
    <p:embeddedFont>
      <p:font typeface="Roboto Condensed Light" panose="02000000000000000000" pitchFamily="2" charset="0"/>
      <p:regular r:id="rId37"/>
      <p:italic r:id="rId38"/>
    </p:embeddedFont>
    <p:embeddedFont>
      <p:font typeface="Rubik" panose="020B0604020202020204" charset="-79"/>
      <p:regular r:id="rId39"/>
      <p:bold r:id="rId40"/>
      <p:italic r:id="rId41"/>
      <p:boldItalic r:id="rId42"/>
    </p:embeddedFont>
    <p:embeddedFont>
      <p:font typeface="Rubik Light" panose="020B0604020202020204" charset="-79"/>
      <p:bold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120CB7-F6AB-4AA1-B625-15A2BC25FE90}">
  <a:tblStyle styleId="{58120CB7-F6AB-4AA1-B625-15A2BC25FE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083" autoAdjust="0"/>
  </p:normalViewPr>
  <p:slideViewPr>
    <p:cSldViewPr snapToGrid="0">
      <p:cViewPr varScale="1">
        <p:scale>
          <a:sx n="110" d="100"/>
          <a:sy n="110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Google Shape;3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8" name="Google Shape;3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gacfaf834a3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2" name="Google Shape;3132;gacfaf834a3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gacfaf834a3_0_23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8" name="Google Shape;3138;gacfaf834a3_0_23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gacfaf834a3_0_24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3" name="Google Shape;3163;gacfaf834a3_0_24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gacfaf834a3_0_24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1" name="Google Shape;3431;gacfaf834a3_0_24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" name="Google Shape;4183;ga338d93e1e_0_2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4" name="Google Shape;4184;ga338d93e1e_0_2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" name="Google Shape;4183;ga338d93e1e_0_2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4" name="Google Shape;4184;ga338d93e1e_0_2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7596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" name="Google Shape;4167;ga338d93e1e_0_1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8" name="Google Shape;4168;ga338d93e1e_0_1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070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a32e8039a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a32e8039a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ga338d93e1e_0_1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5" name="Google Shape;4145;ga338d93e1e_0_1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88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gad45252cb5_0_1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7" name="Google Shape;3517;gad45252cb5_0_1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gad45252cb5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0" name="Google Shape;3510;gad45252cb5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gad45252cb5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0" name="Google Shape;3510;gad45252cb5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0249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ga338d93e1e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7" name="Google Shape;4197;ga338d93e1e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196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ga338d93e1e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7" name="Google Shape;4197;ga338d93e1e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518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ga338d93e1e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7" name="Google Shape;4197;ga338d93e1e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992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8" name="Google Shape;3708;ga32e8039ad_0_9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9" name="Google Shape;3709;ga32e8039ad_0_9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" name="Google Shape;4183;ga338d93e1e_0_2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4" name="Google Shape;4184;ga338d93e1e_0_2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126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gad45252cb5_0_1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3" name="Google Shape;3583;gad45252cb5_0_1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49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gad45252cb5_0_1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3" name="Google Shape;3583;gad45252cb5_0_1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513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4" name="Google Shape;3734;gad45252cb5_0_2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5" name="Google Shape;3735;gad45252cb5_0_2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74538" y="2044691"/>
            <a:ext cx="11856973" cy="3949123"/>
            <a:chOff x="-1895475" y="2684875"/>
            <a:chExt cx="9813750" cy="3268600"/>
          </a:xfrm>
        </p:grpSpPr>
        <p:sp>
          <p:nvSpPr>
            <p:cNvPr id="10" name="Google Shape;10;p2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5" name="Google Shape;45;p2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871175" y="300775"/>
            <a:ext cx="3325675" cy="12000"/>
            <a:chOff x="4016850" y="529025"/>
            <a:chExt cx="3325675" cy="12000"/>
          </a:xfrm>
        </p:grpSpPr>
        <p:sp>
          <p:nvSpPr>
            <p:cNvPr id="99" name="Google Shape;99;p2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103" name="Google Shape;103;p2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2"/>
          <p:cNvSpPr txBox="1">
            <a:spLocks noGrp="1"/>
          </p:cNvSpPr>
          <p:nvPr>
            <p:ph type="ctrTitle"/>
          </p:nvPr>
        </p:nvSpPr>
        <p:spPr>
          <a:xfrm>
            <a:off x="720000" y="885175"/>
            <a:ext cx="3852000" cy="264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subTitle" idx="1"/>
          </p:nvPr>
        </p:nvSpPr>
        <p:spPr>
          <a:xfrm>
            <a:off x="720000" y="3528450"/>
            <a:ext cx="3852000" cy="7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4"/>
          <p:cNvGrpSpPr/>
          <p:nvPr/>
        </p:nvGrpSpPr>
        <p:grpSpPr>
          <a:xfrm flipH="1">
            <a:off x="-298138" y="2044691"/>
            <a:ext cx="11856973" cy="3949123"/>
            <a:chOff x="-1895475" y="2684875"/>
            <a:chExt cx="9813750" cy="3268600"/>
          </a:xfrm>
        </p:grpSpPr>
        <p:sp>
          <p:nvSpPr>
            <p:cNvPr id="326" name="Google Shape;326;p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4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361" name="Google Shape;361;p4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4"/>
          <p:cNvGrpSpPr/>
          <p:nvPr/>
        </p:nvGrpSpPr>
        <p:grpSpPr>
          <a:xfrm>
            <a:off x="8018984" y="4603357"/>
            <a:ext cx="810045" cy="242850"/>
            <a:chOff x="8333950" y="1178400"/>
            <a:chExt cx="521600" cy="156375"/>
          </a:xfrm>
        </p:grpSpPr>
        <p:sp>
          <p:nvSpPr>
            <p:cNvPr id="371" name="Google Shape;371;p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"/>
          <p:cNvSpPr txBox="1">
            <a:spLocks noGrp="1"/>
          </p:cNvSpPr>
          <p:nvPr>
            <p:ph type="body" idx="1"/>
          </p:nvPr>
        </p:nvSpPr>
        <p:spPr>
          <a:xfrm>
            <a:off x="720000" y="1280250"/>
            <a:ext cx="7704000" cy="3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5"/>
          <p:cNvGrpSpPr/>
          <p:nvPr/>
        </p:nvGrpSpPr>
        <p:grpSpPr>
          <a:xfrm rot="10800000" flipH="1">
            <a:off x="-1679463" y="-597634"/>
            <a:ext cx="11856973" cy="3949123"/>
            <a:chOff x="-1895475" y="2684875"/>
            <a:chExt cx="9813750" cy="3268600"/>
          </a:xfrm>
        </p:grpSpPr>
        <p:sp>
          <p:nvSpPr>
            <p:cNvPr id="459" name="Google Shape;459;p5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5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94" name="Google Shape;494;p5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5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48" name="Google Shape;548;p5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5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5"/>
          <p:cNvSpPr txBox="1">
            <a:spLocks noGrp="1"/>
          </p:cNvSpPr>
          <p:nvPr>
            <p:ph type="subTitle" idx="1"/>
          </p:nvPr>
        </p:nvSpPr>
        <p:spPr>
          <a:xfrm>
            <a:off x="1354425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7" name="Google Shape;557;p5"/>
          <p:cNvSpPr txBox="1">
            <a:spLocks noGrp="1"/>
          </p:cNvSpPr>
          <p:nvPr>
            <p:ph type="subTitle" idx="2"/>
          </p:nvPr>
        </p:nvSpPr>
        <p:spPr>
          <a:xfrm>
            <a:off x="1354425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5"/>
          <p:cNvSpPr txBox="1">
            <a:spLocks noGrp="1"/>
          </p:cNvSpPr>
          <p:nvPr>
            <p:ph type="subTitle" idx="3"/>
          </p:nvPr>
        </p:nvSpPr>
        <p:spPr>
          <a:xfrm>
            <a:off x="5271100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9" name="Google Shape;559;p5"/>
          <p:cNvSpPr txBox="1">
            <a:spLocks noGrp="1"/>
          </p:cNvSpPr>
          <p:nvPr>
            <p:ph type="subTitle" idx="4"/>
          </p:nvPr>
        </p:nvSpPr>
        <p:spPr>
          <a:xfrm>
            <a:off x="5271100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562" name="Google Shape;562;p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6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97" name="Google Shape;597;p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4238648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4276298" y="4999819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6"/>
          <p:cNvGrpSpPr/>
          <p:nvPr/>
        </p:nvGrpSpPr>
        <p:grpSpPr>
          <a:xfrm>
            <a:off x="7561433" y="4603480"/>
            <a:ext cx="862570" cy="258597"/>
            <a:chOff x="8333950" y="1178400"/>
            <a:chExt cx="521600" cy="156375"/>
          </a:xfrm>
        </p:grpSpPr>
        <p:sp>
          <p:nvSpPr>
            <p:cNvPr id="605" name="Google Shape;605;p6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9"/>
          <p:cNvGrpSpPr/>
          <p:nvPr/>
        </p:nvGrpSpPr>
        <p:grpSpPr>
          <a:xfrm rot="10800000" flipH="1">
            <a:off x="-1679463" y="-142022"/>
            <a:ext cx="11856973" cy="3949123"/>
            <a:chOff x="-1895475" y="2684875"/>
            <a:chExt cx="9813750" cy="3268600"/>
          </a:xfrm>
        </p:grpSpPr>
        <p:sp>
          <p:nvSpPr>
            <p:cNvPr id="918" name="Google Shape;918;p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9"/>
          <p:cNvGrpSpPr/>
          <p:nvPr/>
        </p:nvGrpSpPr>
        <p:grpSpPr>
          <a:xfrm>
            <a:off x="6703084" y="3907282"/>
            <a:ext cx="810045" cy="242850"/>
            <a:chOff x="8333950" y="1178400"/>
            <a:chExt cx="521600" cy="156375"/>
          </a:xfrm>
        </p:grpSpPr>
        <p:sp>
          <p:nvSpPr>
            <p:cNvPr id="953" name="Google Shape;953;p9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9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9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9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9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9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9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9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9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9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9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9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9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9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9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7" name="Google Shape;1037;p9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1038" name="Google Shape;1038;p9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5126921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6411571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7" name="Google Shape;1047;p9"/>
          <p:cNvGrpSpPr/>
          <p:nvPr/>
        </p:nvGrpSpPr>
        <p:grpSpPr>
          <a:xfrm>
            <a:off x="3487475" y="4838475"/>
            <a:ext cx="3325675" cy="12000"/>
            <a:chOff x="4016850" y="529025"/>
            <a:chExt cx="3325675" cy="12000"/>
          </a:xfrm>
        </p:grpSpPr>
        <p:sp>
          <p:nvSpPr>
            <p:cNvPr id="1048" name="Google Shape;1048;p9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1" name="Google Shape;1051;p9"/>
          <p:cNvSpPr txBox="1">
            <a:spLocks noGrp="1"/>
          </p:cNvSpPr>
          <p:nvPr>
            <p:ph type="title"/>
          </p:nvPr>
        </p:nvSpPr>
        <p:spPr>
          <a:xfrm>
            <a:off x="5066100" y="1500900"/>
            <a:ext cx="33579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52" name="Google Shape;1052;p9"/>
          <p:cNvSpPr txBox="1">
            <a:spLocks noGrp="1"/>
          </p:cNvSpPr>
          <p:nvPr>
            <p:ph type="subTitle" idx="1"/>
          </p:nvPr>
        </p:nvSpPr>
        <p:spPr>
          <a:xfrm>
            <a:off x="5066100" y="2342700"/>
            <a:ext cx="3357900" cy="129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14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485" name="Google Shape;1485;p1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14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1520" name="Google Shape;1520;p14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14"/>
          <p:cNvGrpSpPr/>
          <p:nvPr/>
        </p:nvGrpSpPr>
        <p:grpSpPr>
          <a:xfrm flipH="1">
            <a:off x="244234" y="297157"/>
            <a:ext cx="810045" cy="242850"/>
            <a:chOff x="8333950" y="1178400"/>
            <a:chExt cx="521600" cy="156375"/>
          </a:xfrm>
        </p:grpSpPr>
        <p:sp>
          <p:nvSpPr>
            <p:cNvPr id="1528" name="Google Shape;1528;p1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2" name="Google Shape;1612;p14"/>
          <p:cNvGrpSpPr/>
          <p:nvPr/>
        </p:nvGrpSpPr>
        <p:grpSpPr>
          <a:xfrm>
            <a:off x="4139675" y="4868000"/>
            <a:ext cx="3325675" cy="12000"/>
            <a:chOff x="4016850" y="529025"/>
            <a:chExt cx="3325675" cy="12000"/>
          </a:xfrm>
        </p:grpSpPr>
        <p:sp>
          <p:nvSpPr>
            <p:cNvPr id="1613" name="Google Shape;1613;p14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4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4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7" name="Google Shape;1617;p14"/>
          <p:cNvSpPr txBox="1">
            <a:spLocks noGrp="1"/>
          </p:cNvSpPr>
          <p:nvPr>
            <p:ph type="subTitle" idx="1"/>
          </p:nvPr>
        </p:nvSpPr>
        <p:spPr>
          <a:xfrm>
            <a:off x="1744475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18" name="Google Shape;1618;p14"/>
          <p:cNvSpPr txBox="1">
            <a:spLocks noGrp="1"/>
          </p:cNvSpPr>
          <p:nvPr>
            <p:ph type="subTitle" idx="2"/>
          </p:nvPr>
        </p:nvSpPr>
        <p:spPr>
          <a:xfrm>
            <a:off x="1744475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0" name="Google Shape;1620;p14"/>
          <p:cNvSpPr txBox="1">
            <a:spLocks noGrp="1"/>
          </p:cNvSpPr>
          <p:nvPr>
            <p:ph type="subTitle" idx="4"/>
          </p:nvPr>
        </p:nvSpPr>
        <p:spPr>
          <a:xfrm>
            <a:off x="6028800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1" name="Google Shape;1621;p14"/>
          <p:cNvSpPr txBox="1">
            <a:spLocks noGrp="1"/>
          </p:cNvSpPr>
          <p:nvPr>
            <p:ph type="subTitle" idx="5"/>
          </p:nvPr>
        </p:nvSpPr>
        <p:spPr>
          <a:xfrm>
            <a:off x="6028800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"/>
          <p:cNvSpPr txBox="1">
            <a:spLocks noGrp="1"/>
          </p:cNvSpPr>
          <p:nvPr>
            <p:ph type="title" idx="6" hasCustomPrompt="1"/>
          </p:nvPr>
        </p:nvSpPr>
        <p:spPr>
          <a:xfrm>
            <a:off x="50043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3" name="Google Shape;1623;p14"/>
          <p:cNvSpPr txBox="1">
            <a:spLocks noGrp="1"/>
          </p:cNvSpPr>
          <p:nvPr>
            <p:ph type="subTitle" idx="7"/>
          </p:nvPr>
        </p:nvSpPr>
        <p:spPr>
          <a:xfrm>
            <a:off x="1744475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4" name="Google Shape;1624;p14"/>
          <p:cNvSpPr txBox="1">
            <a:spLocks noGrp="1"/>
          </p:cNvSpPr>
          <p:nvPr>
            <p:ph type="subTitle" idx="8"/>
          </p:nvPr>
        </p:nvSpPr>
        <p:spPr>
          <a:xfrm>
            <a:off x="1744475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5" name="Google Shape;1625;p14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6" name="Google Shape;1626;p14"/>
          <p:cNvSpPr txBox="1">
            <a:spLocks noGrp="1"/>
          </p:cNvSpPr>
          <p:nvPr>
            <p:ph type="subTitle" idx="13"/>
          </p:nvPr>
        </p:nvSpPr>
        <p:spPr>
          <a:xfrm>
            <a:off x="6028800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7" name="Google Shape;1627;p14"/>
          <p:cNvSpPr txBox="1">
            <a:spLocks noGrp="1"/>
          </p:cNvSpPr>
          <p:nvPr>
            <p:ph type="subTitle" idx="14"/>
          </p:nvPr>
        </p:nvSpPr>
        <p:spPr>
          <a:xfrm>
            <a:off x="6028800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8" name="Google Shape;1628;p14"/>
          <p:cNvSpPr txBox="1">
            <a:spLocks noGrp="1"/>
          </p:cNvSpPr>
          <p:nvPr>
            <p:ph type="title" idx="15" hasCustomPrompt="1"/>
          </p:nvPr>
        </p:nvSpPr>
        <p:spPr>
          <a:xfrm>
            <a:off x="50043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1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1731" name="Google Shape;1731;p1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16"/>
          <p:cNvGrpSpPr/>
          <p:nvPr/>
        </p:nvGrpSpPr>
        <p:grpSpPr>
          <a:xfrm>
            <a:off x="130100" y="304886"/>
            <a:ext cx="8839635" cy="4771800"/>
            <a:chOff x="3723896" y="3233851"/>
            <a:chExt cx="3393204" cy="1831715"/>
          </a:xfrm>
        </p:grpSpPr>
        <p:sp>
          <p:nvSpPr>
            <p:cNvPr id="1766" name="Google Shape;1766;p1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6"/>
            <p:cNvSpPr/>
            <p:nvPr/>
          </p:nvSpPr>
          <p:spPr>
            <a:xfrm>
              <a:off x="4267899" y="329332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6"/>
            <p:cNvSpPr/>
            <p:nvPr/>
          </p:nvSpPr>
          <p:spPr>
            <a:xfrm>
              <a:off x="4919805" y="3537303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3" name="Google Shape;1773;p16"/>
          <p:cNvGrpSpPr/>
          <p:nvPr/>
        </p:nvGrpSpPr>
        <p:grpSpPr>
          <a:xfrm>
            <a:off x="354200" y="540000"/>
            <a:ext cx="365800" cy="1454000"/>
            <a:chOff x="6860300" y="2466325"/>
            <a:chExt cx="365800" cy="1454000"/>
          </a:xfrm>
        </p:grpSpPr>
        <p:sp>
          <p:nvSpPr>
            <p:cNvPr id="1774" name="Google Shape;1774;p16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6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6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6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6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6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6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6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6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6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6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6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6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6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6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6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6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6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6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6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6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6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6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6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6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6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6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6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6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6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6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6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6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6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6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6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6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6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6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6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6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6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6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6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6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6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6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6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6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6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6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6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6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7" name="Google Shape;1827;p1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8" name="Google Shape;1828;p16"/>
          <p:cNvSpPr txBox="1">
            <a:spLocks noGrp="1"/>
          </p:cNvSpPr>
          <p:nvPr>
            <p:ph type="subTitle" idx="1"/>
          </p:nvPr>
        </p:nvSpPr>
        <p:spPr>
          <a:xfrm>
            <a:off x="7200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29" name="Google Shape;1829;p16"/>
          <p:cNvSpPr txBox="1">
            <a:spLocks noGrp="1"/>
          </p:cNvSpPr>
          <p:nvPr>
            <p:ph type="subTitle" idx="2"/>
          </p:nvPr>
        </p:nvSpPr>
        <p:spPr>
          <a:xfrm>
            <a:off x="7200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0" name="Google Shape;1830;p16"/>
          <p:cNvSpPr txBox="1">
            <a:spLocks noGrp="1"/>
          </p:cNvSpPr>
          <p:nvPr>
            <p:ph type="subTitle" idx="3"/>
          </p:nvPr>
        </p:nvSpPr>
        <p:spPr>
          <a:xfrm>
            <a:off x="357285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1" name="Google Shape;1831;p16"/>
          <p:cNvSpPr txBox="1">
            <a:spLocks noGrp="1"/>
          </p:cNvSpPr>
          <p:nvPr>
            <p:ph type="subTitle" idx="4"/>
          </p:nvPr>
        </p:nvSpPr>
        <p:spPr>
          <a:xfrm>
            <a:off x="357285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2" name="Google Shape;1832;p16"/>
          <p:cNvSpPr txBox="1">
            <a:spLocks noGrp="1"/>
          </p:cNvSpPr>
          <p:nvPr>
            <p:ph type="subTitle" idx="5"/>
          </p:nvPr>
        </p:nvSpPr>
        <p:spPr>
          <a:xfrm>
            <a:off x="64257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3" name="Google Shape;1833;p16"/>
          <p:cNvSpPr txBox="1">
            <a:spLocks noGrp="1"/>
          </p:cNvSpPr>
          <p:nvPr>
            <p:ph type="subTitle" idx="6"/>
          </p:nvPr>
        </p:nvSpPr>
        <p:spPr>
          <a:xfrm>
            <a:off x="64257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5" name="Google Shape;1835;p17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836" name="Google Shape;1836;p1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0" name="Google Shape;1870;p17"/>
          <p:cNvGrpSpPr/>
          <p:nvPr/>
        </p:nvGrpSpPr>
        <p:grpSpPr>
          <a:xfrm>
            <a:off x="1547282" y="231222"/>
            <a:ext cx="7105134" cy="4827643"/>
            <a:chOff x="4267899" y="3205574"/>
            <a:chExt cx="2727394" cy="1853151"/>
          </a:xfrm>
        </p:grpSpPr>
        <p:sp>
          <p:nvSpPr>
            <p:cNvPr id="1871" name="Google Shape;1871;p17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7"/>
            <p:cNvSpPr/>
            <p:nvPr/>
          </p:nvSpPr>
          <p:spPr>
            <a:xfrm>
              <a:off x="4658915" y="3556844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7"/>
            <p:cNvSpPr/>
            <p:nvPr/>
          </p:nvSpPr>
          <p:spPr>
            <a:xfrm>
              <a:off x="6966743" y="4630911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7"/>
            <p:cNvSpPr/>
            <p:nvPr/>
          </p:nvSpPr>
          <p:spPr>
            <a:xfrm>
              <a:off x="6151672" y="4946009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7"/>
            <p:cNvSpPr/>
            <p:nvPr/>
          </p:nvSpPr>
          <p:spPr>
            <a:xfrm>
              <a:off x="6162204" y="3564340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8" name="Google Shape;1878;p17"/>
          <p:cNvGrpSpPr/>
          <p:nvPr/>
        </p:nvGrpSpPr>
        <p:grpSpPr>
          <a:xfrm>
            <a:off x="720000" y="540000"/>
            <a:ext cx="365800" cy="1454000"/>
            <a:chOff x="6860300" y="2466325"/>
            <a:chExt cx="365800" cy="1454000"/>
          </a:xfrm>
        </p:grpSpPr>
        <p:sp>
          <p:nvSpPr>
            <p:cNvPr id="1879" name="Google Shape;1879;p17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7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7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7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7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7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7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7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7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7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7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7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7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7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7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7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7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7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7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7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7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7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7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7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7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7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7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7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7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7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7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7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7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7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7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7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7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7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7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7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7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7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7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7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7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7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7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7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7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7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7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7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7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2" name="Google Shape;1932;p17"/>
          <p:cNvGrpSpPr/>
          <p:nvPr/>
        </p:nvGrpSpPr>
        <p:grpSpPr>
          <a:xfrm>
            <a:off x="7496088" y="-191459"/>
            <a:ext cx="1724500" cy="1739884"/>
            <a:chOff x="7419988" y="36816"/>
            <a:chExt cx="1724500" cy="1739884"/>
          </a:xfrm>
        </p:grpSpPr>
        <p:sp>
          <p:nvSpPr>
            <p:cNvPr id="1933" name="Google Shape;1933;p17"/>
            <p:cNvSpPr/>
            <p:nvPr/>
          </p:nvSpPr>
          <p:spPr>
            <a:xfrm>
              <a:off x="7518988" y="135525"/>
              <a:ext cx="1526475" cy="1527050"/>
            </a:xfrm>
            <a:custGeom>
              <a:avLst/>
              <a:gdLst/>
              <a:ahLst/>
              <a:cxnLst/>
              <a:rect l="l" t="t" r="r" b="b"/>
              <a:pathLst>
                <a:path w="61059" h="61082" extrusionOk="0">
                  <a:moveTo>
                    <a:pt x="30541" y="1"/>
                  </a:moveTo>
                  <a:cubicBezTo>
                    <a:pt x="13673" y="1"/>
                    <a:pt x="1" y="13673"/>
                    <a:pt x="1" y="30541"/>
                  </a:cubicBezTo>
                  <a:cubicBezTo>
                    <a:pt x="1" y="47409"/>
                    <a:pt x="13673" y="61081"/>
                    <a:pt x="30541" y="61081"/>
                  </a:cubicBezTo>
                  <a:cubicBezTo>
                    <a:pt x="47386" y="61081"/>
                    <a:pt x="61058" y="47409"/>
                    <a:pt x="61058" y="30541"/>
                  </a:cubicBezTo>
                  <a:cubicBezTo>
                    <a:pt x="61058" y="13673"/>
                    <a:pt x="47386" y="1"/>
                    <a:pt x="30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4" name="Google Shape;1934;p17"/>
            <p:cNvGrpSpPr/>
            <p:nvPr/>
          </p:nvGrpSpPr>
          <p:grpSpPr>
            <a:xfrm>
              <a:off x="8757588" y="924150"/>
              <a:ext cx="386900" cy="852550"/>
              <a:chOff x="9927800" y="2054375"/>
              <a:chExt cx="386900" cy="852550"/>
            </a:xfrm>
          </p:grpSpPr>
          <p:sp>
            <p:nvSpPr>
              <p:cNvPr id="1935" name="Google Shape;1935;p17"/>
              <p:cNvSpPr/>
              <p:nvPr/>
            </p:nvSpPr>
            <p:spPr>
              <a:xfrm>
                <a:off x="1030955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60" y="46"/>
                    </a:moveTo>
                    <a:lnTo>
                      <a:pt x="160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7"/>
              <p:cNvSpPr/>
              <p:nvPr/>
            </p:nvSpPr>
            <p:spPr>
              <a:xfrm>
                <a:off x="1030955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23" y="183"/>
                    </a:lnTo>
                    <a:lnTo>
                      <a:pt x="23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7"/>
              <p:cNvSpPr/>
              <p:nvPr/>
            </p:nvSpPr>
            <p:spPr>
              <a:xfrm>
                <a:off x="1030955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7"/>
              <p:cNvSpPr/>
              <p:nvPr/>
            </p:nvSpPr>
            <p:spPr>
              <a:xfrm>
                <a:off x="1030955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7"/>
              <p:cNvSpPr/>
              <p:nvPr/>
            </p:nvSpPr>
            <p:spPr>
              <a:xfrm>
                <a:off x="1030955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7"/>
              <p:cNvSpPr/>
              <p:nvPr/>
            </p:nvSpPr>
            <p:spPr>
              <a:xfrm>
                <a:off x="1030955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23" y="205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7"/>
              <p:cNvSpPr/>
              <p:nvPr/>
            </p:nvSpPr>
            <p:spPr>
              <a:xfrm>
                <a:off x="1030955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23" y="206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7"/>
              <p:cNvSpPr/>
              <p:nvPr/>
            </p:nvSpPr>
            <p:spPr>
              <a:xfrm>
                <a:off x="10183425" y="2054375"/>
                <a:ext cx="5175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4" y="91"/>
                    </a:lnTo>
                    <a:lnTo>
                      <a:pt x="24" y="46"/>
                    </a:lnTo>
                    <a:close/>
                    <a:moveTo>
                      <a:pt x="1" y="0"/>
                    </a:moveTo>
                    <a:lnTo>
                      <a:pt x="1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7"/>
              <p:cNvSpPr/>
              <p:nvPr/>
            </p:nvSpPr>
            <p:spPr>
              <a:xfrm>
                <a:off x="10183425" y="2195875"/>
                <a:ext cx="517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30" extrusionOk="0">
                    <a:moveTo>
                      <a:pt x="161" y="47"/>
                    </a:moveTo>
                    <a:lnTo>
                      <a:pt x="161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7"/>
              <p:cNvSpPr/>
              <p:nvPr/>
            </p:nvSpPr>
            <p:spPr>
              <a:xfrm>
                <a:off x="10183425" y="2336825"/>
                <a:ext cx="51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29" extrusionOk="0"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7"/>
              <p:cNvSpPr/>
              <p:nvPr/>
            </p:nvSpPr>
            <p:spPr>
              <a:xfrm>
                <a:off x="10183425" y="2477775"/>
                <a:ext cx="5175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1" y="1"/>
                    </a:moveTo>
                    <a:lnTo>
                      <a:pt x="1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7"/>
              <p:cNvSpPr/>
              <p:nvPr/>
            </p:nvSpPr>
            <p:spPr>
              <a:xfrm>
                <a:off x="10183425" y="275967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7"/>
              <p:cNvSpPr/>
              <p:nvPr/>
            </p:nvSpPr>
            <p:spPr>
              <a:xfrm>
                <a:off x="10183425" y="29006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7"/>
              <p:cNvSpPr/>
              <p:nvPr/>
            </p:nvSpPr>
            <p:spPr>
              <a:xfrm>
                <a:off x="10183425" y="26187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7"/>
              <p:cNvSpPr/>
              <p:nvPr/>
            </p:nvSpPr>
            <p:spPr>
              <a:xfrm>
                <a:off x="100539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7"/>
              <p:cNvSpPr/>
              <p:nvPr/>
            </p:nvSpPr>
            <p:spPr>
              <a:xfrm>
                <a:off x="100539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7"/>
              <p:cNvSpPr/>
              <p:nvPr/>
            </p:nvSpPr>
            <p:spPr>
              <a:xfrm>
                <a:off x="100539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17"/>
              <p:cNvSpPr/>
              <p:nvPr/>
            </p:nvSpPr>
            <p:spPr>
              <a:xfrm>
                <a:off x="100539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17"/>
              <p:cNvSpPr/>
              <p:nvPr/>
            </p:nvSpPr>
            <p:spPr>
              <a:xfrm>
                <a:off x="100539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17"/>
              <p:cNvSpPr/>
              <p:nvPr/>
            </p:nvSpPr>
            <p:spPr>
              <a:xfrm>
                <a:off x="100539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7"/>
              <p:cNvSpPr/>
              <p:nvPr/>
            </p:nvSpPr>
            <p:spPr>
              <a:xfrm>
                <a:off x="100539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17"/>
              <p:cNvSpPr/>
              <p:nvPr/>
            </p:nvSpPr>
            <p:spPr>
              <a:xfrm>
                <a:off x="99278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46" y="91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5" y="114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7"/>
              <p:cNvSpPr/>
              <p:nvPr/>
            </p:nvSpPr>
            <p:spPr>
              <a:xfrm>
                <a:off x="99278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7"/>
              <p:cNvSpPr/>
              <p:nvPr/>
            </p:nvSpPr>
            <p:spPr>
              <a:xfrm>
                <a:off x="99278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7"/>
              <p:cNvSpPr/>
              <p:nvPr/>
            </p:nvSpPr>
            <p:spPr>
              <a:xfrm>
                <a:off x="99278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5" y="137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7"/>
              <p:cNvSpPr/>
              <p:nvPr/>
            </p:nvSpPr>
            <p:spPr>
              <a:xfrm>
                <a:off x="99278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7"/>
              <p:cNvSpPr/>
              <p:nvPr/>
            </p:nvSpPr>
            <p:spPr>
              <a:xfrm>
                <a:off x="99278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7"/>
              <p:cNvSpPr/>
              <p:nvPr/>
            </p:nvSpPr>
            <p:spPr>
              <a:xfrm>
                <a:off x="99278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3" name="Google Shape;1963;p17"/>
            <p:cNvSpPr/>
            <p:nvPr/>
          </p:nvSpPr>
          <p:spPr>
            <a:xfrm>
              <a:off x="7419988" y="36816"/>
              <a:ext cx="1724500" cy="1724475"/>
            </a:xfrm>
            <a:custGeom>
              <a:avLst/>
              <a:gdLst/>
              <a:ahLst/>
              <a:cxnLst/>
              <a:rect l="l" t="t" r="r" b="b"/>
              <a:pathLst>
                <a:path w="68980" h="68979" fill="none" extrusionOk="0">
                  <a:moveTo>
                    <a:pt x="1" y="68978"/>
                  </a:moveTo>
                  <a:lnTo>
                    <a:pt x="68979" y="0"/>
                  </a:lnTo>
                </a:path>
              </a:pathLst>
            </a:custGeom>
            <a:noFill/>
            <a:ln w="9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964" name="Google Shape;1964;p17"/>
          <p:cNvGrpSpPr/>
          <p:nvPr/>
        </p:nvGrpSpPr>
        <p:grpSpPr>
          <a:xfrm>
            <a:off x="203375" y="3643113"/>
            <a:ext cx="2870775" cy="1500388"/>
            <a:chOff x="380450" y="3097413"/>
            <a:chExt cx="2870775" cy="1500388"/>
          </a:xfrm>
        </p:grpSpPr>
        <p:grpSp>
          <p:nvGrpSpPr>
            <p:cNvPr id="1965" name="Google Shape;1965;p17"/>
            <p:cNvGrpSpPr/>
            <p:nvPr/>
          </p:nvGrpSpPr>
          <p:grpSpPr>
            <a:xfrm flipH="1">
              <a:off x="1003325" y="3435363"/>
              <a:ext cx="2247900" cy="1162438"/>
              <a:chOff x="6722300" y="92425"/>
              <a:chExt cx="2247900" cy="1162438"/>
            </a:xfrm>
          </p:grpSpPr>
          <p:sp>
            <p:nvSpPr>
              <p:cNvPr id="1966" name="Google Shape;1966;p17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7"/>
              <p:cNvSpPr/>
              <p:nvPr/>
            </p:nvSpPr>
            <p:spPr>
              <a:xfrm>
                <a:off x="6813525" y="924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7"/>
              <p:cNvSpPr/>
              <p:nvPr/>
            </p:nvSpPr>
            <p:spPr>
              <a:xfrm>
                <a:off x="7782100" y="15757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7"/>
              <p:cNvSpPr/>
              <p:nvPr/>
            </p:nvSpPr>
            <p:spPr>
              <a:xfrm>
                <a:off x="7408100" y="75945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7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7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7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3" name="Google Shape;1973;p17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7"/>
            <p:cNvSpPr/>
            <p:nvPr/>
          </p:nvSpPr>
          <p:spPr>
            <a:xfrm flipH="1">
              <a:off x="1802425" y="3097413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5" name="Google Shape;1975;p17"/>
          <p:cNvSpPr txBox="1">
            <a:spLocks noGrp="1"/>
          </p:cNvSpPr>
          <p:nvPr>
            <p:ph type="title"/>
          </p:nvPr>
        </p:nvSpPr>
        <p:spPr>
          <a:xfrm>
            <a:off x="2452300" y="2153438"/>
            <a:ext cx="4239300" cy="11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76" name="Google Shape;1976;p17"/>
          <p:cNvSpPr txBox="1">
            <a:spLocks noGrp="1"/>
          </p:cNvSpPr>
          <p:nvPr>
            <p:ph type="subTitle" idx="1"/>
          </p:nvPr>
        </p:nvSpPr>
        <p:spPr>
          <a:xfrm>
            <a:off x="3249150" y="3289850"/>
            <a:ext cx="2645700" cy="52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77" name="Google Shape;1977;p17"/>
          <p:cNvSpPr txBox="1">
            <a:spLocks noGrp="1"/>
          </p:cNvSpPr>
          <p:nvPr>
            <p:ph type="title" idx="2" hasCustomPrompt="1"/>
          </p:nvPr>
        </p:nvSpPr>
        <p:spPr>
          <a:xfrm>
            <a:off x="2452300" y="1327763"/>
            <a:ext cx="4239300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18"/>
          <p:cNvGrpSpPr/>
          <p:nvPr/>
        </p:nvGrpSpPr>
        <p:grpSpPr>
          <a:xfrm rot="10800000" flipH="1">
            <a:off x="-1679463" y="56716"/>
            <a:ext cx="11856973" cy="3949123"/>
            <a:chOff x="-1895475" y="2684875"/>
            <a:chExt cx="9813750" cy="3268600"/>
          </a:xfrm>
        </p:grpSpPr>
        <p:sp>
          <p:nvSpPr>
            <p:cNvPr id="1980" name="Google Shape;1980;p18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8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8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8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8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8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8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8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8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8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8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8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8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8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8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8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8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8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8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8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8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8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8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8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8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8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8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8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8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8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8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8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8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8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18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015" name="Google Shape;2015;p18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8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8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8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8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8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8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2" name="Google Shape;2022;p18"/>
          <p:cNvGrpSpPr/>
          <p:nvPr/>
        </p:nvGrpSpPr>
        <p:grpSpPr>
          <a:xfrm rot="5400000">
            <a:off x="216204" y="1071934"/>
            <a:ext cx="775202" cy="232405"/>
            <a:chOff x="8333950" y="1178400"/>
            <a:chExt cx="521600" cy="156375"/>
          </a:xfrm>
        </p:grpSpPr>
        <p:sp>
          <p:nvSpPr>
            <p:cNvPr id="2023" name="Google Shape;2023;p18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8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8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8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8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8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8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8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8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8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8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8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8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8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8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8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8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8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8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8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8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8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8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8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8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8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8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8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8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8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8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8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8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8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8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8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8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8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8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8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8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8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8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8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8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8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8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8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8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8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18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8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18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18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18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8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18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8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8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8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8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8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8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8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8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8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8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8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8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8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8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8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8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8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8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8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8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8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8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8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8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8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8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8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7" name="Google Shape;2107;p18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08" name="Google Shape;2108;p18"/>
          <p:cNvSpPr txBox="1">
            <a:spLocks noGrp="1"/>
          </p:cNvSpPr>
          <p:nvPr>
            <p:ph type="subTitle" idx="1"/>
          </p:nvPr>
        </p:nvSpPr>
        <p:spPr>
          <a:xfrm>
            <a:off x="16038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09" name="Google Shape;2109;p18"/>
          <p:cNvSpPr txBox="1">
            <a:spLocks noGrp="1"/>
          </p:cNvSpPr>
          <p:nvPr>
            <p:ph type="subTitle" idx="2"/>
          </p:nvPr>
        </p:nvSpPr>
        <p:spPr>
          <a:xfrm>
            <a:off x="16038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18"/>
          <p:cNvSpPr txBox="1">
            <a:spLocks noGrp="1"/>
          </p:cNvSpPr>
          <p:nvPr>
            <p:ph type="subTitle" idx="3"/>
          </p:nvPr>
        </p:nvSpPr>
        <p:spPr>
          <a:xfrm>
            <a:off x="62913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1" name="Google Shape;2111;p18"/>
          <p:cNvSpPr txBox="1">
            <a:spLocks noGrp="1"/>
          </p:cNvSpPr>
          <p:nvPr>
            <p:ph type="subTitle" idx="4"/>
          </p:nvPr>
        </p:nvSpPr>
        <p:spPr>
          <a:xfrm>
            <a:off x="62913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18"/>
          <p:cNvSpPr txBox="1">
            <a:spLocks noGrp="1"/>
          </p:cNvSpPr>
          <p:nvPr>
            <p:ph type="subTitle" idx="5"/>
          </p:nvPr>
        </p:nvSpPr>
        <p:spPr>
          <a:xfrm>
            <a:off x="16038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3" name="Google Shape;2113;p18"/>
          <p:cNvSpPr txBox="1">
            <a:spLocks noGrp="1"/>
          </p:cNvSpPr>
          <p:nvPr>
            <p:ph type="subTitle" idx="6"/>
          </p:nvPr>
        </p:nvSpPr>
        <p:spPr>
          <a:xfrm>
            <a:off x="16038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4" name="Google Shape;2114;p18"/>
          <p:cNvSpPr txBox="1">
            <a:spLocks noGrp="1"/>
          </p:cNvSpPr>
          <p:nvPr>
            <p:ph type="subTitle" idx="7"/>
          </p:nvPr>
        </p:nvSpPr>
        <p:spPr>
          <a:xfrm>
            <a:off x="62913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5" name="Google Shape;2115;p18"/>
          <p:cNvSpPr txBox="1">
            <a:spLocks noGrp="1"/>
          </p:cNvSpPr>
          <p:nvPr>
            <p:ph type="subTitle" idx="8"/>
          </p:nvPr>
        </p:nvSpPr>
        <p:spPr>
          <a:xfrm>
            <a:off x="62913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7" name="Google Shape;2117;p19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118" name="Google Shape;2118;p1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19"/>
          <p:cNvGrpSpPr/>
          <p:nvPr/>
        </p:nvGrpSpPr>
        <p:grpSpPr>
          <a:xfrm>
            <a:off x="130100" y="231222"/>
            <a:ext cx="8349741" cy="4845464"/>
            <a:chOff x="3723896" y="3205574"/>
            <a:chExt cx="3205152" cy="1859992"/>
          </a:xfrm>
        </p:grpSpPr>
        <p:sp>
          <p:nvSpPr>
            <p:cNvPr id="2153" name="Google Shape;2153;p19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9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9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9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9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19"/>
          <p:cNvGrpSpPr/>
          <p:nvPr/>
        </p:nvGrpSpPr>
        <p:grpSpPr>
          <a:xfrm>
            <a:off x="8625536" y="540004"/>
            <a:ext cx="295201" cy="1173378"/>
            <a:chOff x="6860300" y="2466325"/>
            <a:chExt cx="365800" cy="1454000"/>
          </a:xfrm>
        </p:grpSpPr>
        <p:sp>
          <p:nvSpPr>
            <p:cNvPr id="2160" name="Google Shape;2160;p19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9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9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9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9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9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9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9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9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9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9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9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9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9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9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9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9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9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9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9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9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9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9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9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9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9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9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9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9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9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9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9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9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9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9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9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9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9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9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9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9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9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9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9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9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9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9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9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9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9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9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9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9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3" name="Google Shape;2213;p19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4" name="Google Shape;2214;p19"/>
          <p:cNvSpPr txBox="1">
            <a:spLocks noGrp="1"/>
          </p:cNvSpPr>
          <p:nvPr>
            <p:ph type="subTitle" idx="1"/>
          </p:nvPr>
        </p:nvSpPr>
        <p:spPr>
          <a:xfrm>
            <a:off x="7200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5" name="Google Shape;2215;p19"/>
          <p:cNvSpPr txBox="1">
            <a:spLocks noGrp="1"/>
          </p:cNvSpPr>
          <p:nvPr>
            <p:ph type="subTitle" idx="2"/>
          </p:nvPr>
        </p:nvSpPr>
        <p:spPr>
          <a:xfrm>
            <a:off x="7200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6" name="Google Shape;2216;p19"/>
          <p:cNvSpPr txBox="1">
            <a:spLocks noGrp="1"/>
          </p:cNvSpPr>
          <p:nvPr>
            <p:ph type="subTitle" idx="3"/>
          </p:nvPr>
        </p:nvSpPr>
        <p:spPr>
          <a:xfrm>
            <a:off x="357285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7" name="Google Shape;2217;p19"/>
          <p:cNvSpPr txBox="1">
            <a:spLocks noGrp="1"/>
          </p:cNvSpPr>
          <p:nvPr>
            <p:ph type="subTitle" idx="4"/>
          </p:nvPr>
        </p:nvSpPr>
        <p:spPr>
          <a:xfrm>
            <a:off x="357285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8" name="Google Shape;2218;p19"/>
          <p:cNvSpPr txBox="1">
            <a:spLocks noGrp="1"/>
          </p:cNvSpPr>
          <p:nvPr>
            <p:ph type="subTitle" idx="5"/>
          </p:nvPr>
        </p:nvSpPr>
        <p:spPr>
          <a:xfrm>
            <a:off x="64257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9" name="Google Shape;2219;p19"/>
          <p:cNvSpPr txBox="1">
            <a:spLocks noGrp="1"/>
          </p:cNvSpPr>
          <p:nvPr>
            <p:ph type="subTitle" idx="6"/>
          </p:nvPr>
        </p:nvSpPr>
        <p:spPr>
          <a:xfrm>
            <a:off x="64257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0" name="Google Shape;2220;p19"/>
          <p:cNvSpPr txBox="1">
            <a:spLocks noGrp="1"/>
          </p:cNvSpPr>
          <p:nvPr>
            <p:ph type="subTitle" idx="7"/>
          </p:nvPr>
        </p:nvSpPr>
        <p:spPr>
          <a:xfrm>
            <a:off x="7200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1" name="Google Shape;2221;p19"/>
          <p:cNvSpPr txBox="1">
            <a:spLocks noGrp="1"/>
          </p:cNvSpPr>
          <p:nvPr>
            <p:ph type="subTitle" idx="8"/>
          </p:nvPr>
        </p:nvSpPr>
        <p:spPr>
          <a:xfrm>
            <a:off x="7200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2" name="Google Shape;2222;p19"/>
          <p:cNvSpPr txBox="1">
            <a:spLocks noGrp="1"/>
          </p:cNvSpPr>
          <p:nvPr>
            <p:ph type="subTitle" idx="9"/>
          </p:nvPr>
        </p:nvSpPr>
        <p:spPr>
          <a:xfrm>
            <a:off x="357285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3" name="Google Shape;2223;p19"/>
          <p:cNvSpPr txBox="1">
            <a:spLocks noGrp="1"/>
          </p:cNvSpPr>
          <p:nvPr>
            <p:ph type="subTitle" idx="13"/>
          </p:nvPr>
        </p:nvSpPr>
        <p:spPr>
          <a:xfrm>
            <a:off x="357285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4" name="Google Shape;2224;p19"/>
          <p:cNvSpPr txBox="1">
            <a:spLocks noGrp="1"/>
          </p:cNvSpPr>
          <p:nvPr>
            <p:ph type="subTitle" idx="14"/>
          </p:nvPr>
        </p:nvSpPr>
        <p:spPr>
          <a:xfrm>
            <a:off x="64257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5" name="Google Shape;2225;p19"/>
          <p:cNvSpPr txBox="1">
            <a:spLocks noGrp="1"/>
          </p:cNvSpPr>
          <p:nvPr>
            <p:ph type="subTitle" idx="15"/>
          </p:nvPr>
        </p:nvSpPr>
        <p:spPr>
          <a:xfrm>
            <a:off x="64257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7"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7" name="Google Shape;2227;p20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228" name="Google Shape;2228;p20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0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0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0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0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0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0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0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0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0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0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0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0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0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0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0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0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0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0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0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0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0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0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0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0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0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0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0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0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0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0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0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0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0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2" name="Google Shape;2262;p20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263" name="Google Shape;2263;p20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0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0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0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0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0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0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0" name="Google Shape;2270;p20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0" name="Google Shape;2620;p23"/>
          <p:cNvGrpSpPr/>
          <p:nvPr/>
        </p:nvGrpSpPr>
        <p:grpSpPr>
          <a:xfrm rot="10800000">
            <a:off x="-1069863" y="718253"/>
            <a:ext cx="11856973" cy="3949123"/>
            <a:chOff x="-1895475" y="2684875"/>
            <a:chExt cx="9813750" cy="3268600"/>
          </a:xfrm>
        </p:grpSpPr>
        <p:sp>
          <p:nvSpPr>
            <p:cNvPr id="2621" name="Google Shape;2621;p23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3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3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3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3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3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3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3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3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3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3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3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3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3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3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3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3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3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3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3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3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3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3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3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3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3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3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3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3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3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3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3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3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3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5" name="Google Shape;2655;p23"/>
          <p:cNvGrpSpPr/>
          <p:nvPr/>
        </p:nvGrpSpPr>
        <p:grpSpPr>
          <a:xfrm rot="-5400000">
            <a:off x="1264100" y="-4100"/>
            <a:ext cx="365800" cy="1454000"/>
            <a:chOff x="6860300" y="2466325"/>
            <a:chExt cx="365800" cy="1454000"/>
          </a:xfrm>
        </p:grpSpPr>
        <p:sp>
          <p:nvSpPr>
            <p:cNvPr id="2656" name="Google Shape;2656;p23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3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3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3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3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3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23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23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23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3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3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23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23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23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23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23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23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23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23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23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23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23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23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23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23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23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23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23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23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23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23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23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23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23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23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23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23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23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23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23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23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23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23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23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23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23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23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23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23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23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23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23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23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9" name="Google Shape;2709;p23"/>
          <p:cNvGrpSpPr/>
          <p:nvPr/>
        </p:nvGrpSpPr>
        <p:grpSpPr>
          <a:xfrm flipH="1">
            <a:off x="399205" y="155022"/>
            <a:ext cx="8576082" cy="4863517"/>
            <a:chOff x="3490760" y="3205574"/>
            <a:chExt cx="3292036" cy="1866922"/>
          </a:xfrm>
        </p:grpSpPr>
        <p:sp>
          <p:nvSpPr>
            <p:cNvPr id="2710" name="Google Shape;2710;p23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23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23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23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23"/>
            <p:cNvSpPr/>
            <p:nvPr/>
          </p:nvSpPr>
          <p:spPr>
            <a:xfrm>
              <a:off x="4000503" y="504737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23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23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23"/>
          <p:cNvSpPr txBox="1">
            <a:spLocks noGrp="1"/>
          </p:cNvSpPr>
          <p:nvPr>
            <p:ph type="title"/>
          </p:nvPr>
        </p:nvSpPr>
        <p:spPr>
          <a:xfrm>
            <a:off x="1195551" y="1203450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8" name="Google Shape;2718;p23"/>
          <p:cNvSpPr txBox="1">
            <a:spLocks noGrp="1"/>
          </p:cNvSpPr>
          <p:nvPr>
            <p:ph type="subTitle" idx="1"/>
          </p:nvPr>
        </p:nvSpPr>
        <p:spPr>
          <a:xfrm>
            <a:off x="899350" y="2950950"/>
            <a:ext cx="30819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3" name="Google Shape;2923;p26"/>
          <p:cNvGrpSpPr/>
          <p:nvPr/>
        </p:nvGrpSpPr>
        <p:grpSpPr>
          <a:xfrm rot="10800000">
            <a:off x="-1043488" y="2202143"/>
            <a:ext cx="11856973" cy="3949123"/>
            <a:chOff x="-1895475" y="2684875"/>
            <a:chExt cx="9813750" cy="3268600"/>
          </a:xfrm>
        </p:grpSpPr>
        <p:sp>
          <p:nvSpPr>
            <p:cNvPr id="2924" name="Google Shape;2924;p2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2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2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2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2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2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2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2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2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2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2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2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2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2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2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2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2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2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2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2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2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2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2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26"/>
          <p:cNvGrpSpPr/>
          <p:nvPr/>
        </p:nvGrpSpPr>
        <p:grpSpPr>
          <a:xfrm>
            <a:off x="5098325" y="300775"/>
            <a:ext cx="3325675" cy="12000"/>
            <a:chOff x="4016850" y="529025"/>
            <a:chExt cx="3325675" cy="12000"/>
          </a:xfrm>
        </p:grpSpPr>
        <p:sp>
          <p:nvSpPr>
            <p:cNvPr id="2959" name="Google Shape;2959;p26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6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6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2" name="Google Shape;2962;p26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2963" name="Google Shape;2963;p26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6"/>
            <p:cNvSpPr/>
            <p:nvPr/>
          </p:nvSpPr>
          <p:spPr>
            <a:xfrm>
              <a:off x="5097670" y="5019360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6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6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6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6"/>
            <p:cNvSpPr/>
            <p:nvPr/>
          </p:nvSpPr>
          <p:spPr>
            <a:xfrm>
              <a:off x="4648153" y="3732080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6"/>
            <p:cNvSpPr/>
            <p:nvPr/>
          </p:nvSpPr>
          <p:spPr>
            <a:xfrm>
              <a:off x="4802803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3" name="Google Shape;2973;p27"/>
          <p:cNvGrpSpPr/>
          <p:nvPr/>
        </p:nvGrpSpPr>
        <p:grpSpPr>
          <a:xfrm rot="10800000" flipH="1">
            <a:off x="-1780963" y="-19484"/>
            <a:ext cx="11856973" cy="3949123"/>
            <a:chOff x="-1895475" y="2684875"/>
            <a:chExt cx="9813750" cy="3268600"/>
          </a:xfrm>
        </p:grpSpPr>
        <p:sp>
          <p:nvSpPr>
            <p:cNvPr id="2974" name="Google Shape;2974;p2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8" name="Google Shape;3008;p27"/>
          <p:cNvGrpSpPr/>
          <p:nvPr/>
        </p:nvGrpSpPr>
        <p:grpSpPr>
          <a:xfrm flipH="1">
            <a:off x="399205" y="155022"/>
            <a:ext cx="8576082" cy="4845464"/>
            <a:chOff x="3490760" y="3205574"/>
            <a:chExt cx="3292036" cy="1859992"/>
          </a:xfrm>
        </p:grpSpPr>
        <p:sp>
          <p:nvSpPr>
            <p:cNvPr id="3009" name="Google Shape;3009;p27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27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27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27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27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27"/>
            <p:cNvSpPr/>
            <p:nvPr/>
          </p:nvSpPr>
          <p:spPr>
            <a:xfrm>
              <a:off x="5460197" y="406159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2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7" name="Google Shape;3017;p27"/>
          <p:cNvGrpSpPr/>
          <p:nvPr/>
        </p:nvGrpSpPr>
        <p:grpSpPr>
          <a:xfrm>
            <a:off x="719858" y="4603480"/>
            <a:ext cx="862570" cy="258597"/>
            <a:chOff x="8333950" y="1178400"/>
            <a:chExt cx="521600" cy="156375"/>
          </a:xfrm>
        </p:grpSpPr>
        <p:sp>
          <p:nvSpPr>
            <p:cNvPr id="3018" name="Google Shape;3018;p27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27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27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27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7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7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7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7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7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7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7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7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7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7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7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7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7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7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7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7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7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7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7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7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7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7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7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7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7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7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7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7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7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7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7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7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7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7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7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7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7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7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7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27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27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7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7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7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7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7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7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7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7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7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7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7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7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7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7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7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7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7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7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7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7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7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7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7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7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7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7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7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7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7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7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7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7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7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7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7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7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7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7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7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74538" y="2044691"/>
            <a:ext cx="11856973" cy="3949123"/>
            <a:chOff x="-1895475" y="2684875"/>
            <a:chExt cx="9813750" cy="3268600"/>
          </a:xfrm>
        </p:grpSpPr>
        <p:sp>
          <p:nvSpPr>
            <p:cNvPr id="10" name="Google Shape;10;p2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5" name="Google Shape;45;p2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871175" y="300775"/>
            <a:ext cx="3325675" cy="12000"/>
            <a:chOff x="4016850" y="529025"/>
            <a:chExt cx="3325675" cy="12000"/>
          </a:xfrm>
        </p:grpSpPr>
        <p:sp>
          <p:nvSpPr>
            <p:cNvPr id="99" name="Google Shape;99;p2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103" name="Google Shape;103;p2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2"/>
          <p:cNvSpPr txBox="1">
            <a:spLocks noGrp="1"/>
          </p:cNvSpPr>
          <p:nvPr>
            <p:ph type="ctrTitle"/>
          </p:nvPr>
        </p:nvSpPr>
        <p:spPr>
          <a:xfrm>
            <a:off x="720000" y="885175"/>
            <a:ext cx="3852000" cy="264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subTitle" idx="1"/>
          </p:nvPr>
        </p:nvSpPr>
        <p:spPr>
          <a:xfrm>
            <a:off x="720000" y="3528450"/>
            <a:ext cx="3852000" cy="7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9315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4"/>
          <p:cNvGrpSpPr/>
          <p:nvPr/>
        </p:nvGrpSpPr>
        <p:grpSpPr>
          <a:xfrm flipH="1">
            <a:off x="-298138" y="2044691"/>
            <a:ext cx="11856973" cy="3949123"/>
            <a:chOff x="-1895475" y="2684875"/>
            <a:chExt cx="9813750" cy="3268600"/>
          </a:xfrm>
        </p:grpSpPr>
        <p:sp>
          <p:nvSpPr>
            <p:cNvPr id="326" name="Google Shape;326;p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4"/>
          <p:cNvGrpSpPr/>
          <p:nvPr/>
        </p:nvGrpSpPr>
        <p:grpSpPr>
          <a:xfrm>
            <a:off x="130100" y="181009"/>
            <a:ext cx="8839635" cy="4877855"/>
            <a:chOff x="3723896" y="3186300"/>
            <a:chExt cx="3393204" cy="1872425"/>
          </a:xfrm>
        </p:grpSpPr>
        <p:sp>
          <p:nvSpPr>
            <p:cNvPr id="361" name="Google Shape;361;p4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4"/>
          <p:cNvGrpSpPr/>
          <p:nvPr/>
        </p:nvGrpSpPr>
        <p:grpSpPr>
          <a:xfrm>
            <a:off x="8018984" y="4603357"/>
            <a:ext cx="810045" cy="242850"/>
            <a:chOff x="8333950" y="1178400"/>
            <a:chExt cx="521600" cy="156375"/>
          </a:xfrm>
        </p:grpSpPr>
        <p:sp>
          <p:nvSpPr>
            <p:cNvPr id="371" name="Google Shape;371;p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"/>
          <p:cNvSpPr txBox="1">
            <a:spLocks noGrp="1"/>
          </p:cNvSpPr>
          <p:nvPr>
            <p:ph type="body" idx="1"/>
          </p:nvPr>
        </p:nvSpPr>
        <p:spPr>
          <a:xfrm>
            <a:off x="720000" y="1280250"/>
            <a:ext cx="7704000" cy="3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656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5"/>
          <p:cNvGrpSpPr/>
          <p:nvPr/>
        </p:nvGrpSpPr>
        <p:grpSpPr>
          <a:xfrm rot="10800000" flipH="1">
            <a:off x="-1679463" y="-597634"/>
            <a:ext cx="11856973" cy="3949123"/>
            <a:chOff x="-1895475" y="2684875"/>
            <a:chExt cx="9813750" cy="3268600"/>
          </a:xfrm>
        </p:grpSpPr>
        <p:sp>
          <p:nvSpPr>
            <p:cNvPr id="459" name="Google Shape;459;p5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5"/>
          <p:cNvGrpSpPr/>
          <p:nvPr/>
        </p:nvGrpSpPr>
        <p:grpSpPr>
          <a:xfrm>
            <a:off x="8424000" y="3326100"/>
            <a:ext cx="365800" cy="1454000"/>
            <a:chOff x="6860300" y="2466325"/>
            <a:chExt cx="365800" cy="1454000"/>
          </a:xfrm>
        </p:grpSpPr>
        <p:sp>
          <p:nvSpPr>
            <p:cNvPr id="494" name="Google Shape;494;p5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5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48" name="Google Shape;548;p5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5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5"/>
          <p:cNvSpPr txBox="1">
            <a:spLocks noGrp="1"/>
          </p:cNvSpPr>
          <p:nvPr>
            <p:ph type="subTitle" idx="1"/>
          </p:nvPr>
        </p:nvSpPr>
        <p:spPr>
          <a:xfrm>
            <a:off x="1354425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7" name="Google Shape;557;p5"/>
          <p:cNvSpPr txBox="1">
            <a:spLocks noGrp="1"/>
          </p:cNvSpPr>
          <p:nvPr>
            <p:ph type="subTitle" idx="2"/>
          </p:nvPr>
        </p:nvSpPr>
        <p:spPr>
          <a:xfrm>
            <a:off x="1354425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5"/>
          <p:cNvSpPr txBox="1">
            <a:spLocks noGrp="1"/>
          </p:cNvSpPr>
          <p:nvPr>
            <p:ph type="subTitle" idx="3"/>
          </p:nvPr>
        </p:nvSpPr>
        <p:spPr>
          <a:xfrm>
            <a:off x="5271100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9" name="Google Shape;559;p5"/>
          <p:cNvSpPr txBox="1">
            <a:spLocks noGrp="1"/>
          </p:cNvSpPr>
          <p:nvPr>
            <p:ph type="subTitle" idx="4"/>
          </p:nvPr>
        </p:nvSpPr>
        <p:spPr>
          <a:xfrm>
            <a:off x="5271100" y="3347600"/>
            <a:ext cx="2518500" cy="82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9750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562" name="Google Shape;562;p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6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597" name="Google Shape;597;p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4238648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4276298" y="4999819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6"/>
          <p:cNvGrpSpPr/>
          <p:nvPr/>
        </p:nvGrpSpPr>
        <p:grpSpPr>
          <a:xfrm>
            <a:off x="7561433" y="4603480"/>
            <a:ext cx="862570" cy="258597"/>
            <a:chOff x="8333950" y="1178400"/>
            <a:chExt cx="521600" cy="156375"/>
          </a:xfrm>
        </p:grpSpPr>
        <p:sp>
          <p:nvSpPr>
            <p:cNvPr id="605" name="Google Shape;605;p6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4255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8"/>
          <p:cNvGrpSpPr/>
          <p:nvPr/>
        </p:nvGrpSpPr>
        <p:grpSpPr>
          <a:xfrm>
            <a:off x="-1974538" y="1346766"/>
            <a:ext cx="11856973" cy="3949123"/>
            <a:chOff x="-1895475" y="2684875"/>
            <a:chExt cx="9813750" cy="3268600"/>
          </a:xfrm>
        </p:grpSpPr>
        <p:sp>
          <p:nvSpPr>
            <p:cNvPr id="815" name="Google Shape;815;p8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8"/>
          <p:cNvGrpSpPr/>
          <p:nvPr/>
        </p:nvGrpSpPr>
        <p:grpSpPr>
          <a:xfrm>
            <a:off x="130100" y="231222"/>
            <a:ext cx="8839635" cy="4827643"/>
            <a:chOff x="3723896" y="3205574"/>
            <a:chExt cx="3393204" cy="1853151"/>
          </a:xfrm>
        </p:grpSpPr>
        <p:sp>
          <p:nvSpPr>
            <p:cNvPr id="850" name="Google Shape;850;p8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5448674" y="34983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4509716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6282028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" name="Google Shape;857;p8"/>
          <p:cNvGrpSpPr/>
          <p:nvPr/>
        </p:nvGrpSpPr>
        <p:grpSpPr>
          <a:xfrm>
            <a:off x="354200" y="3326100"/>
            <a:ext cx="365800" cy="1454000"/>
            <a:chOff x="6860300" y="2466325"/>
            <a:chExt cx="365800" cy="1454000"/>
          </a:xfrm>
        </p:grpSpPr>
        <p:sp>
          <p:nvSpPr>
            <p:cNvPr id="858" name="Google Shape;858;p8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59" name="Google Shape;859;p8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0" name="Google Shape;860;p8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1" name="Google Shape;861;p8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2" name="Google Shape;862;p8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3" name="Google Shape;863;p8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4" name="Google Shape;864;p8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5" name="Google Shape;865;p8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8" name="Google Shape;868;p8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69" name="Google Shape;869;p8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0" name="Google Shape;870;p8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1" name="Google Shape;871;p8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2" name="Google Shape;872;p8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3" name="Google Shape;873;p8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4" name="Google Shape;874;p8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5" name="Google Shape;875;p8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6" name="Google Shape;876;p8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7" name="Google Shape;877;p8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8" name="Google Shape;878;p8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79" name="Google Shape;879;p8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0" name="Google Shape;880;p8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1" name="Google Shape;881;p8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3" name="Google Shape;883;p8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4" name="Google Shape;884;p8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1" name="Google Shape;891;p8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2" name="Google Shape;892;p8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2" name="Google Shape;902;p8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3" name="Google Shape;903;p8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7" name="Google Shape;907;p8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8" name="Google Shape;908;p8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911" name="Google Shape;911;p8"/>
          <p:cNvGrpSpPr/>
          <p:nvPr/>
        </p:nvGrpSpPr>
        <p:grpSpPr>
          <a:xfrm>
            <a:off x="5098325" y="4597500"/>
            <a:ext cx="3325675" cy="12000"/>
            <a:chOff x="4016850" y="529025"/>
            <a:chExt cx="3325675" cy="12000"/>
          </a:xfrm>
        </p:grpSpPr>
        <p:sp>
          <p:nvSpPr>
            <p:cNvPr id="912" name="Google Shape;912;p8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915" name="Google Shape;915;p8"/>
          <p:cNvSpPr txBox="1">
            <a:spLocks noGrp="1"/>
          </p:cNvSpPr>
          <p:nvPr>
            <p:ph type="title"/>
          </p:nvPr>
        </p:nvSpPr>
        <p:spPr>
          <a:xfrm>
            <a:off x="4572000" y="1346100"/>
            <a:ext cx="3852000" cy="24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558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9"/>
          <p:cNvGrpSpPr/>
          <p:nvPr/>
        </p:nvGrpSpPr>
        <p:grpSpPr>
          <a:xfrm rot="10800000" flipH="1">
            <a:off x="-1679463" y="-142022"/>
            <a:ext cx="11856973" cy="3949123"/>
            <a:chOff x="-1895475" y="2684875"/>
            <a:chExt cx="9813750" cy="3268600"/>
          </a:xfrm>
        </p:grpSpPr>
        <p:sp>
          <p:nvSpPr>
            <p:cNvPr id="918" name="Google Shape;918;p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9"/>
          <p:cNvGrpSpPr/>
          <p:nvPr/>
        </p:nvGrpSpPr>
        <p:grpSpPr>
          <a:xfrm>
            <a:off x="6703084" y="3907282"/>
            <a:ext cx="810045" cy="242850"/>
            <a:chOff x="8333950" y="1178400"/>
            <a:chExt cx="521600" cy="156375"/>
          </a:xfrm>
        </p:grpSpPr>
        <p:sp>
          <p:nvSpPr>
            <p:cNvPr id="953" name="Google Shape;953;p9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9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9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9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9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9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9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9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9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9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9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9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9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9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9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7" name="Google Shape;1037;p9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1038" name="Google Shape;1038;p9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5126921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6411571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7" name="Google Shape;1047;p9"/>
          <p:cNvGrpSpPr/>
          <p:nvPr/>
        </p:nvGrpSpPr>
        <p:grpSpPr>
          <a:xfrm>
            <a:off x="3487475" y="4838475"/>
            <a:ext cx="3325675" cy="12000"/>
            <a:chOff x="4016850" y="529025"/>
            <a:chExt cx="3325675" cy="12000"/>
          </a:xfrm>
        </p:grpSpPr>
        <p:sp>
          <p:nvSpPr>
            <p:cNvPr id="1048" name="Google Shape;1048;p9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1" name="Google Shape;1051;p9"/>
          <p:cNvSpPr txBox="1">
            <a:spLocks noGrp="1"/>
          </p:cNvSpPr>
          <p:nvPr>
            <p:ph type="title"/>
          </p:nvPr>
        </p:nvSpPr>
        <p:spPr>
          <a:xfrm>
            <a:off x="5066100" y="1500900"/>
            <a:ext cx="33579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52" name="Google Shape;1052;p9"/>
          <p:cNvSpPr txBox="1">
            <a:spLocks noGrp="1"/>
          </p:cNvSpPr>
          <p:nvPr>
            <p:ph type="subTitle" idx="1"/>
          </p:nvPr>
        </p:nvSpPr>
        <p:spPr>
          <a:xfrm>
            <a:off x="5066100" y="2342700"/>
            <a:ext cx="3357900" cy="129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9662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Google Shape;1054;p10"/>
          <p:cNvGrpSpPr/>
          <p:nvPr/>
        </p:nvGrpSpPr>
        <p:grpSpPr>
          <a:xfrm>
            <a:off x="130100" y="181009"/>
            <a:ext cx="8839635" cy="5130019"/>
            <a:chOff x="130100" y="181009"/>
            <a:chExt cx="8839635" cy="5130019"/>
          </a:xfrm>
        </p:grpSpPr>
        <p:grpSp>
          <p:nvGrpSpPr>
            <p:cNvPr id="1055" name="Google Shape;1055;p10"/>
            <p:cNvGrpSpPr/>
            <p:nvPr/>
          </p:nvGrpSpPr>
          <p:grpSpPr>
            <a:xfrm rot="-1164152">
              <a:off x="2740145" y="3732890"/>
              <a:ext cx="1562087" cy="1357214"/>
              <a:chOff x="1003325" y="3097413"/>
              <a:chExt cx="1562100" cy="1357225"/>
            </a:xfrm>
          </p:grpSpPr>
          <p:grpSp>
            <p:nvGrpSpPr>
              <p:cNvPr id="1056" name="Google Shape;1056;p10"/>
              <p:cNvGrpSpPr/>
              <p:nvPr/>
            </p:nvGrpSpPr>
            <p:grpSpPr>
              <a:xfrm flipH="1">
                <a:off x="1003325" y="3500513"/>
                <a:ext cx="1562100" cy="954125"/>
                <a:chOff x="7408100" y="157575"/>
                <a:chExt cx="1562100" cy="954125"/>
              </a:xfrm>
            </p:grpSpPr>
            <p:sp>
              <p:nvSpPr>
                <p:cNvPr id="1057" name="Google Shape;1057;p10"/>
                <p:cNvSpPr/>
                <p:nvPr/>
              </p:nvSpPr>
              <p:spPr>
                <a:xfrm>
                  <a:off x="7710875" y="1033700"/>
                  <a:ext cx="78000" cy="780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10"/>
                <p:cNvSpPr/>
                <p:nvPr/>
              </p:nvSpPr>
              <p:spPr>
                <a:xfrm>
                  <a:off x="7782100" y="157575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10"/>
                <p:cNvSpPr/>
                <p:nvPr/>
              </p:nvSpPr>
              <p:spPr>
                <a:xfrm>
                  <a:off x="7408100" y="759450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10"/>
                <p:cNvSpPr/>
                <p:nvPr/>
              </p:nvSpPr>
              <p:spPr>
                <a:xfrm>
                  <a:off x="8331550" y="535225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1" name="Google Shape;1061;p10"/>
                <p:cNvSpPr/>
                <p:nvPr/>
              </p:nvSpPr>
              <p:spPr>
                <a:xfrm>
                  <a:off x="8931800" y="695300"/>
                  <a:ext cx="38400" cy="38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62" name="Google Shape;1062;p10"/>
              <p:cNvSpPr/>
              <p:nvPr/>
            </p:nvSpPr>
            <p:spPr>
              <a:xfrm flipH="1">
                <a:off x="1802425" y="3097413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3" name="Google Shape;1063;p10"/>
            <p:cNvGrpSpPr/>
            <p:nvPr/>
          </p:nvGrpSpPr>
          <p:grpSpPr>
            <a:xfrm>
              <a:off x="719995" y="4603494"/>
              <a:ext cx="1177106" cy="393993"/>
              <a:chOff x="8432675" y="2101675"/>
              <a:chExt cx="567800" cy="190050"/>
            </a:xfrm>
          </p:grpSpPr>
          <p:sp>
            <p:nvSpPr>
              <p:cNvPr id="1064" name="Google Shape;1064;p10"/>
              <p:cNvSpPr/>
              <p:nvPr/>
            </p:nvSpPr>
            <p:spPr>
              <a:xfrm>
                <a:off x="8551950" y="2111375"/>
                <a:ext cx="2875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14" y="1234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0"/>
              <p:cNvSpPr/>
              <p:nvPr/>
            </p:nvSpPr>
            <p:spPr>
              <a:xfrm>
                <a:off x="8561650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0"/>
              <p:cNvSpPr/>
              <p:nvPr/>
            </p:nvSpPr>
            <p:spPr>
              <a:xfrm>
                <a:off x="8571350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37" y="123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0"/>
              <p:cNvSpPr/>
              <p:nvPr/>
            </p:nvSpPr>
            <p:spPr>
              <a:xfrm>
                <a:off x="8581625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0"/>
              <p:cNvSpPr/>
              <p:nvPr/>
            </p:nvSpPr>
            <p:spPr>
              <a:xfrm>
                <a:off x="8591325" y="2108525"/>
                <a:ext cx="345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417" extrusionOk="0">
                    <a:moveTo>
                      <a:pt x="0" y="1"/>
                    </a:moveTo>
                    <a:lnTo>
                      <a:pt x="0" y="1416"/>
                    </a:lnTo>
                    <a:lnTo>
                      <a:pt x="137" y="141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0"/>
              <p:cNvSpPr/>
              <p:nvPr/>
            </p:nvSpPr>
            <p:spPr>
              <a:xfrm>
                <a:off x="860157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0"/>
              <p:cNvSpPr/>
              <p:nvPr/>
            </p:nvSpPr>
            <p:spPr>
              <a:xfrm>
                <a:off x="8611300" y="2108525"/>
                <a:ext cx="4575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71" extrusionOk="0">
                    <a:moveTo>
                      <a:pt x="0" y="1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0"/>
              <p:cNvSpPr/>
              <p:nvPr/>
            </p:nvSpPr>
            <p:spPr>
              <a:xfrm>
                <a:off x="8621550" y="2115950"/>
                <a:ext cx="287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15" y="914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0"/>
              <p:cNvSpPr/>
              <p:nvPr/>
            </p:nvSpPr>
            <p:spPr>
              <a:xfrm>
                <a:off x="86312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4" y="1370"/>
                    </a:lnTo>
                    <a:lnTo>
                      <a:pt x="1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0"/>
              <p:cNvSpPr/>
              <p:nvPr/>
            </p:nvSpPr>
            <p:spPr>
              <a:xfrm>
                <a:off x="8640950" y="2113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138" y="102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0"/>
              <p:cNvSpPr/>
              <p:nvPr/>
            </p:nvSpPr>
            <p:spPr>
              <a:xfrm>
                <a:off x="8651225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38" y="123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0"/>
              <p:cNvSpPr/>
              <p:nvPr/>
            </p:nvSpPr>
            <p:spPr>
              <a:xfrm>
                <a:off x="8660925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0"/>
              <p:cNvSpPr/>
              <p:nvPr/>
            </p:nvSpPr>
            <p:spPr>
              <a:xfrm>
                <a:off x="8671200" y="2111375"/>
                <a:ext cx="2875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15" y="1234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0"/>
              <p:cNvSpPr/>
              <p:nvPr/>
            </p:nvSpPr>
            <p:spPr>
              <a:xfrm>
                <a:off x="8680900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0"/>
              <p:cNvSpPr/>
              <p:nvPr/>
            </p:nvSpPr>
            <p:spPr>
              <a:xfrm>
                <a:off x="8690600" y="2108525"/>
                <a:ext cx="345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417" extrusionOk="0">
                    <a:moveTo>
                      <a:pt x="1" y="1"/>
                    </a:moveTo>
                    <a:lnTo>
                      <a:pt x="1" y="1416"/>
                    </a:lnTo>
                    <a:lnTo>
                      <a:pt x="138" y="1416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0"/>
              <p:cNvSpPr/>
              <p:nvPr/>
            </p:nvSpPr>
            <p:spPr>
              <a:xfrm>
                <a:off x="870087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0"/>
              <p:cNvSpPr/>
              <p:nvPr/>
            </p:nvSpPr>
            <p:spPr>
              <a:xfrm>
                <a:off x="8710575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0"/>
              <p:cNvSpPr/>
              <p:nvPr/>
            </p:nvSpPr>
            <p:spPr>
              <a:xfrm>
                <a:off x="8720850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0"/>
              <p:cNvSpPr/>
              <p:nvPr/>
            </p:nvSpPr>
            <p:spPr>
              <a:xfrm>
                <a:off x="87305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0"/>
              <p:cNvSpPr/>
              <p:nvPr/>
            </p:nvSpPr>
            <p:spPr>
              <a:xfrm>
                <a:off x="8740825" y="2113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14" y="102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0"/>
              <p:cNvSpPr/>
              <p:nvPr/>
            </p:nvSpPr>
            <p:spPr>
              <a:xfrm>
                <a:off x="8754525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37" y="123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0"/>
              <p:cNvSpPr/>
              <p:nvPr/>
            </p:nvSpPr>
            <p:spPr>
              <a:xfrm>
                <a:off x="8764225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0"/>
              <p:cNvSpPr/>
              <p:nvPr/>
            </p:nvSpPr>
            <p:spPr>
              <a:xfrm>
                <a:off x="8774500" y="2111375"/>
                <a:ext cx="2875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4" extrusionOk="0">
                    <a:moveTo>
                      <a:pt x="0" y="1"/>
                    </a:moveTo>
                    <a:lnTo>
                      <a:pt x="0" y="1234"/>
                    </a:lnTo>
                    <a:lnTo>
                      <a:pt x="114" y="1234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0"/>
              <p:cNvSpPr/>
              <p:nvPr/>
            </p:nvSpPr>
            <p:spPr>
              <a:xfrm>
                <a:off x="8784200" y="21016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0"/>
              <p:cNvSpPr/>
              <p:nvPr/>
            </p:nvSpPr>
            <p:spPr>
              <a:xfrm>
                <a:off x="8793900" y="2108525"/>
                <a:ext cx="345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417" extrusionOk="0">
                    <a:moveTo>
                      <a:pt x="0" y="1"/>
                    </a:moveTo>
                    <a:lnTo>
                      <a:pt x="0" y="1416"/>
                    </a:lnTo>
                    <a:lnTo>
                      <a:pt x="137" y="141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8804150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0"/>
              <p:cNvSpPr/>
              <p:nvPr/>
            </p:nvSpPr>
            <p:spPr>
              <a:xfrm>
                <a:off x="88138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4" y="1370"/>
                    </a:lnTo>
                    <a:lnTo>
                      <a:pt x="1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0"/>
              <p:cNvSpPr/>
              <p:nvPr/>
            </p:nvSpPr>
            <p:spPr>
              <a:xfrm>
                <a:off x="882412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0"/>
              <p:cNvSpPr/>
              <p:nvPr/>
            </p:nvSpPr>
            <p:spPr>
              <a:xfrm>
                <a:off x="8833825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0"/>
              <p:cNvSpPr/>
              <p:nvPr/>
            </p:nvSpPr>
            <p:spPr>
              <a:xfrm>
                <a:off x="8844100" y="2113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115" y="1027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0"/>
              <p:cNvSpPr/>
              <p:nvPr/>
            </p:nvSpPr>
            <p:spPr>
              <a:xfrm>
                <a:off x="8853800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38" y="123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0"/>
              <p:cNvSpPr/>
              <p:nvPr/>
            </p:nvSpPr>
            <p:spPr>
              <a:xfrm>
                <a:off x="8863500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0"/>
              <p:cNvSpPr/>
              <p:nvPr/>
            </p:nvSpPr>
            <p:spPr>
              <a:xfrm>
                <a:off x="8873775" y="2111375"/>
                <a:ext cx="34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4" extrusionOk="0">
                    <a:moveTo>
                      <a:pt x="1" y="1"/>
                    </a:moveTo>
                    <a:lnTo>
                      <a:pt x="1" y="1234"/>
                    </a:lnTo>
                    <a:lnTo>
                      <a:pt x="138" y="123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10"/>
              <p:cNvSpPr/>
              <p:nvPr/>
            </p:nvSpPr>
            <p:spPr>
              <a:xfrm>
                <a:off x="8883475" y="21016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3"/>
                    </a:lnTo>
                    <a:lnTo>
                      <a:pt x="183" y="187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10"/>
              <p:cNvSpPr/>
              <p:nvPr/>
            </p:nvSpPr>
            <p:spPr>
              <a:xfrm>
                <a:off x="8893750" y="2108525"/>
                <a:ext cx="2875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7" extrusionOk="0">
                    <a:moveTo>
                      <a:pt x="1" y="1"/>
                    </a:moveTo>
                    <a:lnTo>
                      <a:pt x="1" y="1416"/>
                    </a:lnTo>
                    <a:lnTo>
                      <a:pt x="115" y="1416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0"/>
              <p:cNvSpPr/>
              <p:nvPr/>
            </p:nvSpPr>
            <p:spPr>
              <a:xfrm>
                <a:off x="8903450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8" y="91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0"/>
              <p:cNvSpPr/>
              <p:nvPr/>
            </p:nvSpPr>
            <p:spPr>
              <a:xfrm>
                <a:off x="8913150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0"/>
              <p:cNvSpPr/>
              <p:nvPr/>
            </p:nvSpPr>
            <p:spPr>
              <a:xfrm>
                <a:off x="8923425" y="21159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0"/>
              <p:cNvSpPr/>
              <p:nvPr/>
            </p:nvSpPr>
            <p:spPr>
              <a:xfrm>
                <a:off x="8933125" y="2108525"/>
                <a:ext cx="4600" cy="342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1" extrusionOk="0">
                    <a:moveTo>
                      <a:pt x="0" y="1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0"/>
              <p:cNvSpPr/>
              <p:nvPr/>
            </p:nvSpPr>
            <p:spPr>
              <a:xfrm>
                <a:off x="8943400" y="2113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37" y="1027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0"/>
              <p:cNvSpPr/>
              <p:nvPr/>
            </p:nvSpPr>
            <p:spPr>
              <a:xfrm>
                <a:off x="8605575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0"/>
              <p:cNvSpPr/>
              <p:nvPr/>
            </p:nvSpPr>
            <p:spPr>
              <a:xfrm>
                <a:off x="8615275" y="21484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0"/>
              <p:cNvSpPr/>
              <p:nvPr/>
            </p:nvSpPr>
            <p:spPr>
              <a:xfrm>
                <a:off x="8625550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0"/>
              <p:cNvSpPr/>
              <p:nvPr/>
            </p:nvSpPr>
            <p:spPr>
              <a:xfrm>
                <a:off x="8635250" y="214847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1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0"/>
              <p:cNvSpPr/>
              <p:nvPr/>
            </p:nvSpPr>
            <p:spPr>
              <a:xfrm>
                <a:off x="8645525" y="2155900"/>
                <a:ext cx="28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15" y="1393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0"/>
              <p:cNvSpPr/>
              <p:nvPr/>
            </p:nvSpPr>
            <p:spPr>
              <a:xfrm>
                <a:off x="8655225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0"/>
                    </a:moveTo>
                    <a:lnTo>
                      <a:pt x="1" y="913"/>
                    </a:lnTo>
                    <a:lnTo>
                      <a:pt x="138" y="91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10"/>
              <p:cNvSpPr/>
              <p:nvPr/>
            </p:nvSpPr>
            <p:spPr>
              <a:xfrm>
                <a:off x="8664925" y="215532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1"/>
                    </a:moveTo>
                    <a:lnTo>
                      <a:pt x="1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10"/>
              <p:cNvSpPr/>
              <p:nvPr/>
            </p:nvSpPr>
            <p:spPr>
              <a:xfrm>
                <a:off x="8675200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10"/>
              <p:cNvSpPr/>
              <p:nvPr/>
            </p:nvSpPr>
            <p:spPr>
              <a:xfrm>
                <a:off x="8684900" y="215532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10"/>
              <p:cNvSpPr/>
              <p:nvPr/>
            </p:nvSpPr>
            <p:spPr>
              <a:xfrm>
                <a:off x="8695175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37" y="102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10"/>
              <p:cNvSpPr/>
              <p:nvPr/>
            </p:nvSpPr>
            <p:spPr>
              <a:xfrm>
                <a:off x="8704875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10"/>
              <p:cNvSpPr/>
              <p:nvPr/>
            </p:nvSpPr>
            <p:spPr>
              <a:xfrm>
                <a:off x="8715150" y="2148475"/>
                <a:ext cx="40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60" y="1872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10"/>
              <p:cNvSpPr/>
              <p:nvPr/>
            </p:nvSpPr>
            <p:spPr>
              <a:xfrm>
                <a:off x="8724850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10"/>
              <p:cNvSpPr/>
              <p:nvPr/>
            </p:nvSpPr>
            <p:spPr>
              <a:xfrm>
                <a:off x="8734550" y="21484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10"/>
              <p:cNvSpPr/>
              <p:nvPr/>
            </p:nvSpPr>
            <p:spPr>
              <a:xfrm>
                <a:off x="8744825" y="215590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10"/>
              <p:cNvSpPr/>
              <p:nvPr/>
            </p:nvSpPr>
            <p:spPr>
              <a:xfrm>
                <a:off x="8754525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10"/>
              <p:cNvSpPr/>
              <p:nvPr/>
            </p:nvSpPr>
            <p:spPr>
              <a:xfrm>
                <a:off x="8764800" y="2155325"/>
                <a:ext cx="40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60" y="1393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10"/>
              <p:cNvSpPr/>
              <p:nvPr/>
            </p:nvSpPr>
            <p:spPr>
              <a:xfrm>
                <a:off x="8774500" y="2162750"/>
                <a:ext cx="342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10"/>
              <p:cNvSpPr/>
              <p:nvPr/>
            </p:nvSpPr>
            <p:spPr>
              <a:xfrm>
                <a:off x="8784200" y="215532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10"/>
              <p:cNvSpPr/>
              <p:nvPr/>
            </p:nvSpPr>
            <p:spPr>
              <a:xfrm>
                <a:off x="8794450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38" y="10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10"/>
              <p:cNvSpPr/>
              <p:nvPr/>
            </p:nvSpPr>
            <p:spPr>
              <a:xfrm>
                <a:off x="8888050" y="2155325"/>
                <a:ext cx="40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60" y="1393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10"/>
              <p:cNvSpPr/>
              <p:nvPr/>
            </p:nvSpPr>
            <p:spPr>
              <a:xfrm>
                <a:off x="8897750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37" y="102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10"/>
              <p:cNvSpPr/>
              <p:nvPr/>
            </p:nvSpPr>
            <p:spPr>
              <a:xfrm>
                <a:off x="8907450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10"/>
              <p:cNvSpPr/>
              <p:nvPr/>
            </p:nvSpPr>
            <p:spPr>
              <a:xfrm>
                <a:off x="8917725" y="214847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10"/>
              <p:cNvSpPr/>
              <p:nvPr/>
            </p:nvSpPr>
            <p:spPr>
              <a:xfrm>
                <a:off x="8927425" y="215875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10"/>
              <p:cNvSpPr/>
              <p:nvPr/>
            </p:nvSpPr>
            <p:spPr>
              <a:xfrm>
                <a:off x="8937700" y="2148475"/>
                <a:ext cx="40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873" extrusionOk="0">
                    <a:moveTo>
                      <a:pt x="0" y="1"/>
                    </a:moveTo>
                    <a:lnTo>
                      <a:pt x="0" y="1872"/>
                    </a:lnTo>
                    <a:lnTo>
                      <a:pt x="160" y="1872"/>
                    </a:lnTo>
                    <a:lnTo>
                      <a:pt x="1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10"/>
              <p:cNvSpPr/>
              <p:nvPr/>
            </p:nvSpPr>
            <p:spPr>
              <a:xfrm>
                <a:off x="8947400" y="215590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10"/>
              <p:cNvSpPr/>
              <p:nvPr/>
            </p:nvSpPr>
            <p:spPr>
              <a:xfrm>
                <a:off x="8957100" y="216275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10"/>
              <p:cNvSpPr/>
              <p:nvPr/>
            </p:nvSpPr>
            <p:spPr>
              <a:xfrm>
                <a:off x="8967375" y="215532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10"/>
              <p:cNvSpPr/>
              <p:nvPr/>
            </p:nvSpPr>
            <p:spPr>
              <a:xfrm>
                <a:off x="8977075" y="2162750"/>
                <a:ext cx="342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10"/>
              <p:cNvSpPr/>
              <p:nvPr/>
            </p:nvSpPr>
            <p:spPr>
              <a:xfrm>
                <a:off x="8987325" y="2155325"/>
                <a:ext cx="40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393" extrusionOk="0">
                    <a:moveTo>
                      <a:pt x="1" y="1"/>
                    </a:moveTo>
                    <a:lnTo>
                      <a:pt x="1" y="1393"/>
                    </a:lnTo>
                    <a:lnTo>
                      <a:pt x="161" y="1393"/>
                    </a:lnTo>
                    <a:lnTo>
                      <a:pt x="1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10"/>
              <p:cNvSpPr/>
              <p:nvPr/>
            </p:nvSpPr>
            <p:spPr>
              <a:xfrm>
                <a:off x="8997025" y="216102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38" y="10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10"/>
              <p:cNvSpPr/>
              <p:nvPr/>
            </p:nvSpPr>
            <p:spPr>
              <a:xfrm>
                <a:off x="8432675" y="2208400"/>
                <a:ext cx="2875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15" y="121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10"/>
              <p:cNvSpPr/>
              <p:nvPr/>
            </p:nvSpPr>
            <p:spPr>
              <a:xfrm>
                <a:off x="8442375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10"/>
              <p:cNvSpPr/>
              <p:nvPr/>
            </p:nvSpPr>
            <p:spPr>
              <a:xfrm>
                <a:off x="845207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10"/>
              <p:cNvSpPr/>
              <p:nvPr/>
            </p:nvSpPr>
            <p:spPr>
              <a:xfrm>
                <a:off x="8462350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10"/>
              <p:cNvSpPr/>
              <p:nvPr/>
            </p:nvSpPr>
            <p:spPr>
              <a:xfrm>
                <a:off x="8472050" y="22055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1" y="0"/>
                    </a:moveTo>
                    <a:lnTo>
                      <a:pt x="1" y="1392"/>
                    </a:lnTo>
                    <a:lnTo>
                      <a:pt x="138" y="1392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10"/>
              <p:cNvSpPr/>
              <p:nvPr/>
            </p:nvSpPr>
            <p:spPr>
              <a:xfrm>
                <a:off x="848232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10"/>
              <p:cNvSpPr/>
              <p:nvPr/>
            </p:nvSpPr>
            <p:spPr>
              <a:xfrm>
                <a:off x="8492025" y="220497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10"/>
              <p:cNvSpPr/>
              <p:nvPr/>
            </p:nvSpPr>
            <p:spPr>
              <a:xfrm>
                <a:off x="8502300" y="2212400"/>
                <a:ext cx="287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15" y="913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10"/>
              <p:cNvSpPr/>
              <p:nvPr/>
            </p:nvSpPr>
            <p:spPr>
              <a:xfrm>
                <a:off x="8512000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10"/>
              <p:cNvSpPr/>
              <p:nvPr/>
            </p:nvSpPr>
            <p:spPr>
              <a:xfrm>
                <a:off x="8521700" y="2210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37" y="102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10"/>
              <p:cNvSpPr/>
              <p:nvPr/>
            </p:nvSpPr>
            <p:spPr>
              <a:xfrm>
                <a:off x="853197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10"/>
              <p:cNvSpPr/>
              <p:nvPr/>
            </p:nvSpPr>
            <p:spPr>
              <a:xfrm>
                <a:off x="8541675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10"/>
              <p:cNvSpPr/>
              <p:nvPr/>
            </p:nvSpPr>
            <p:spPr>
              <a:xfrm>
                <a:off x="8551950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10"/>
              <p:cNvSpPr/>
              <p:nvPr/>
            </p:nvSpPr>
            <p:spPr>
              <a:xfrm>
                <a:off x="8561650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10"/>
              <p:cNvSpPr/>
              <p:nvPr/>
            </p:nvSpPr>
            <p:spPr>
              <a:xfrm>
                <a:off x="8571925" y="2205550"/>
                <a:ext cx="28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393" extrusionOk="0">
                    <a:moveTo>
                      <a:pt x="0" y="0"/>
                    </a:moveTo>
                    <a:lnTo>
                      <a:pt x="0" y="1392"/>
                    </a:lnTo>
                    <a:lnTo>
                      <a:pt x="114" y="1392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10"/>
              <p:cNvSpPr/>
              <p:nvPr/>
            </p:nvSpPr>
            <p:spPr>
              <a:xfrm>
                <a:off x="858162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10"/>
              <p:cNvSpPr/>
              <p:nvPr/>
            </p:nvSpPr>
            <p:spPr>
              <a:xfrm>
                <a:off x="8591325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10"/>
              <p:cNvSpPr/>
              <p:nvPr/>
            </p:nvSpPr>
            <p:spPr>
              <a:xfrm>
                <a:off x="860157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0"/>
                    </a:moveTo>
                    <a:lnTo>
                      <a:pt x="1" y="913"/>
                    </a:lnTo>
                    <a:lnTo>
                      <a:pt x="138" y="91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10"/>
              <p:cNvSpPr/>
              <p:nvPr/>
            </p:nvSpPr>
            <p:spPr>
              <a:xfrm>
                <a:off x="8611300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10"/>
              <p:cNvSpPr/>
              <p:nvPr/>
            </p:nvSpPr>
            <p:spPr>
              <a:xfrm>
                <a:off x="8621550" y="2210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15" y="1028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10"/>
              <p:cNvSpPr/>
              <p:nvPr/>
            </p:nvSpPr>
            <p:spPr>
              <a:xfrm>
                <a:off x="8635250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10"/>
              <p:cNvSpPr/>
              <p:nvPr/>
            </p:nvSpPr>
            <p:spPr>
              <a:xfrm>
                <a:off x="8644950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10"/>
              <p:cNvSpPr/>
              <p:nvPr/>
            </p:nvSpPr>
            <p:spPr>
              <a:xfrm>
                <a:off x="865522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1" y="0"/>
                    </a:moveTo>
                    <a:lnTo>
                      <a:pt x="1" y="1210"/>
                    </a:lnTo>
                    <a:lnTo>
                      <a:pt x="138" y="1210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10"/>
              <p:cNvSpPr/>
              <p:nvPr/>
            </p:nvSpPr>
            <p:spPr>
              <a:xfrm>
                <a:off x="8664925" y="2198125"/>
                <a:ext cx="460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73" extrusionOk="0">
                    <a:moveTo>
                      <a:pt x="1" y="0"/>
                    </a:moveTo>
                    <a:lnTo>
                      <a:pt x="1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10"/>
              <p:cNvSpPr/>
              <p:nvPr/>
            </p:nvSpPr>
            <p:spPr>
              <a:xfrm>
                <a:off x="8675200" y="2205550"/>
                <a:ext cx="28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393" extrusionOk="0">
                    <a:moveTo>
                      <a:pt x="0" y="0"/>
                    </a:moveTo>
                    <a:lnTo>
                      <a:pt x="0" y="1392"/>
                    </a:lnTo>
                    <a:lnTo>
                      <a:pt x="115" y="1392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10"/>
              <p:cNvSpPr/>
              <p:nvPr/>
            </p:nvSpPr>
            <p:spPr>
              <a:xfrm>
                <a:off x="8684900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10"/>
              <p:cNvSpPr/>
              <p:nvPr/>
            </p:nvSpPr>
            <p:spPr>
              <a:xfrm>
                <a:off x="8694600" y="220497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10"/>
              <p:cNvSpPr/>
              <p:nvPr/>
            </p:nvSpPr>
            <p:spPr>
              <a:xfrm>
                <a:off x="8704875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10"/>
              <p:cNvSpPr/>
              <p:nvPr/>
            </p:nvSpPr>
            <p:spPr>
              <a:xfrm>
                <a:off x="8714575" y="2204975"/>
                <a:ext cx="457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93" extrusionOk="0">
                    <a:moveTo>
                      <a:pt x="0" y="0"/>
                    </a:moveTo>
                    <a:lnTo>
                      <a:pt x="0" y="1393"/>
                    </a:lnTo>
                    <a:lnTo>
                      <a:pt x="183" y="1393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10"/>
              <p:cNvSpPr/>
              <p:nvPr/>
            </p:nvSpPr>
            <p:spPr>
              <a:xfrm>
                <a:off x="8724850" y="2210675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114" y="1028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10"/>
              <p:cNvSpPr/>
              <p:nvPr/>
            </p:nvSpPr>
            <p:spPr>
              <a:xfrm>
                <a:off x="8734550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10"/>
              <p:cNvSpPr/>
              <p:nvPr/>
            </p:nvSpPr>
            <p:spPr>
              <a:xfrm>
                <a:off x="8744250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10"/>
              <p:cNvSpPr/>
              <p:nvPr/>
            </p:nvSpPr>
            <p:spPr>
              <a:xfrm>
                <a:off x="8754525" y="2208400"/>
                <a:ext cx="34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1" extrusionOk="0">
                    <a:moveTo>
                      <a:pt x="0" y="0"/>
                    </a:moveTo>
                    <a:lnTo>
                      <a:pt x="0" y="1210"/>
                    </a:lnTo>
                    <a:lnTo>
                      <a:pt x="137" y="1210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10"/>
              <p:cNvSpPr/>
              <p:nvPr/>
            </p:nvSpPr>
            <p:spPr>
              <a:xfrm>
                <a:off x="8764225" y="2198125"/>
                <a:ext cx="4575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73" extrusionOk="0">
                    <a:moveTo>
                      <a:pt x="0" y="0"/>
                    </a:moveTo>
                    <a:lnTo>
                      <a:pt x="0" y="1872"/>
                    </a:lnTo>
                    <a:lnTo>
                      <a:pt x="183" y="1872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10"/>
              <p:cNvSpPr/>
              <p:nvPr/>
            </p:nvSpPr>
            <p:spPr>
              <a:xfrm>
                <a:off x="8774500" y="2205550"/>
                <a:ext cx="34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393" extrusionOk="0">
                    <a:moveTo>
                      <a:pt x="0" y="0"/>
                    </a:moveTo>
                    <a:lnTo>
                      <a:pt x="0" y="1392"/>
                    </a:lnTo>
                    <a:lnTo>
                      <a:pt x="137" y="1392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10"/>
              <p:cNvSpPr/>
              <p:nvPr/>
            </p:nvSpPr>
            <p:spPr>
              <a:xfrm>
                <a:off x="8784200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37" y="91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8794450" y="2204975"/>
                <a:ext cx="40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61" y="1393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8804150" y="2212400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0"/>
                    </a:moveTo>
                    <a:lnTo>
                      <a:pt x="1" y="913"/>
                    </a:lnTo>
                    <a:lnTo>
                      <a:pt x="138" y="91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8813850" y="2204975"/>
                <a:ext cx="46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93" extrusionOk="0">
                    <a:moveTo>
                      <a:pt x="1" y="0"/>
                    </a:moveTo>
                    <a:lnTo>
                      <a:pt x="1" y="1393"/>
                    </a:lnTo>
                    <a:lnTo>
                      <a:pt x="184" y="1393"/>
                    </a:ln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10"/>
              <p:cNvSpPr/>
              <p:nvPr/>
            </p:nvSpPr>
            <p:spPr>
              <a:xfrm>
                <a:off x="8824125" y="2210675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1"/>
                    </a:moveTo>
                    <a:lnTo>
                      <a:pt x="1" y="1028"/>
                    </a:lnTo>
                    <a:lnTo>
                      <a:pt x="138" y="10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10"/>
              <p:cNvSpPr/>
              <p:nvPr/>
            </p:nvSpPr>
            <p:spPr>
              <a:xfrm>
                <a:off x="8828125" y="2251200"/>
                <a:ext cx="2875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3" extrusionOk="0">
                    <a:moveTo>
                      <a:pt x="1" y="0"/>
                    </a:moveTo>
                    <a:lnTo>
                      <a:pt x="1" y="1233"/>
                    </a:lnTo>
                    <a:lnTo>
                      <a:pt x="115" y="1233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10"/>
              <p:cNvSpPr/>
              <p:nvPr/>
            </p:nvSpPr>
            <p:spPr>
              <a:xfrm>
                <a:off x="8816725" y="2245475"/>
                <a:ext cx="4575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50" extrusionOk="0">
                    <a:moveTo>
                      <a:pt x="0" y="1"/>
                    </a:moveTo>
                    <a:lnTo>
                      <a:pt x="0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10"/>
              <p:cNvSpPr/>
              <p:nvPr/>
            </p:nvSpPr>
            <p:spPr>
              <a:xfrm>
                <a:off x="8808150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1" y="0"/>
                    </a:moveTo>
                    <a:lnTo>
                      <a:pt x="1" y="1233"/>
                    </a:lnTo>
                    <a:lnTo>
                      <a:pt x="138" y="123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10"/>
              <p:cNvSpPr/>
              <p:nvPr/>
            </p:nvSpPr>
            <p:spPr>
              <a:xfrm>
                <a:off x="8796750" y="2245475"/>
                <a:ext cx="4575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850" extrusionOk="0">
                    <a:moveTo>
                      <a:pt x="0" y="1"/>
                    </a:moveTo>
                    <a:lnTo>
                      <a:pt x="0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10"/>
              <p:cNvSpPr/>
              <p:nvPr/>
            </p:nvSpPr>
            <p:spPr>
              <a:xfrm>
                <a:off x="8788175" y="22500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1" y="1"/>
                    </a:moveTo>
                    <a:lnTo>
                      <a:pt x="1" y="1393"/>
                    </a:lnTo>
                    <a:lnTo>
                      <a:pt x="138" y="1393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10"/>
              <p:cNvSpPr/>
              <p:nvPr/>
            </p:nvSpPr>
            <p:spPr>
              <a:xfrm>
                <a:off x="8777925" y="2255175"/>
                <a:ext cx="3425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10"/>
              <p:cNvSpPr/>
              <p:nvPr/>
            </p:nvSpPr>
            <p:spPr>
              <a:xfrm>
                <a:off x="8767075" y="2250625"/>
                <a:ext cx="4575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370" extrusionOk="0">
                    <a:moveTo>
                      <a:pt x="0" y="0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10"/>
              <p:cNvSpPr/>
              <p:nvPr/>
            </p:nvSpPr>
            <p:spPr>
              <a:xfrm>
                <a:off x="8758500" y="2255175"/>
                <a:ext cx="290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15" y="914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10"/>
              <p:cNvSpPr/>
              <p:nvPr/>
            </p:nvSpPr>
            <p:spPr>
              <a:xfrm>
                <a:off x="8747100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0" y="0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10"/>
              <p:cNvSpPr/>
              <p:nvPr/>
            </p:nvSpPr>
            <p:spPr>
              <a:xfrm>
                <a:off x="8738550" y="2254050"/>
                <a:ext cx="34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37" y="1027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10"/>
              <p:cNvSpPr/>
              <p:nvPr/>
            </p:nvSpPr>
            <p:spPr>
              <a:xfrm>
                <a:off x="8728275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37" y="123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10"/>
              <p:cNvSpPr/>
              <p:nvPr/>
            </p:nvSpPr>
            <p:spPr>
              <a:xfrm>
                <a:off x="8717425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10"/>
              <p:cNvSpPr/>
              <p:nvPr/>
            </p:nvSpPr>
            <p:spPr>
              <a:xfrm>
                <a:off x="8708875" y="2251200"/>
                <a:ext cx="2875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14" y="1233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10"/>
              <p:cNvSpPr/>
              <p:nvPr/>
            </p:nvSpPr>
            <p:spPr>
              <a:xfrm>
                <a:off x="8697450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10"/>
              <p:cNvSpPr/>
              <p:nvPr/>
            </p:nvSpPr>
            <p:spPr>
              <a:xfrm>
                <a:off x="8688900" y="22500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10"/>
              <p:cNvSpPr/>
              <p:nvPr/>
            </p:nvSpPr>
            <p:spPr>
              <a:xfrm>
                <a:off x="8678625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10"/>
              <p:cNvSpPr/>
              <p:nvPr/>
            </p:nvSpPr>
            <p:spPr>
              <a:xfrm>
                <a:off x="8667775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10"/>
              <p:cNvSpPr/>
              <p:nvPr/>
            </p:nvSpPr>
            <p:spPr>
              <a:xfrm>
                <a:off x="8658650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10"/>
              <p:cNvSpPr/>
              <p:nvPr/>
            </p:nvSpPr>
            <p:spPr>
              <a:xfrm>
                <a:off x="8647800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10"/>
              <p:cNvSpPr/>
              <p:nvPr/>
            </p:nvSpPr>
            <p:spPr>
              <a:xfrm>
                <a:off x="8639250" y="2254050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15" y="1027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10"/>
              <p:cNvSpPr/>
              <p:nvPr/>
            </p:nvSpPr>
            <p:spPr>
              <a:xfrm>
                <a:off x="8544525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0" y="0"/>
                    </a:moveTo>
                    <a:lnTo>
                      <a:pt x="0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10"/>
              <p:cNvSpPr/>
              <p:nvPr/>
            </p:nvSpPr>
            <p:spPr>
              <a:xfrm>
                <a:off x="8535975" y="2254050"/>
                <a:ext cx="2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14" y="102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10"/>
              <p:cNvSpPr/>
              <p:nvPr/>
            </p:nvSpPr>
            <p:spPr>
              <a:xfrm>
                <a:off x="8525700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37" y="123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10"/>
              <p:cNvSpPr/>
              <p:nvPr/>
            </p:nvSpPr>
            <p:spPr>
              <a:xfrm>
                <a:off x="8514850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10"/>
              <p:cNvSpPr/>
              <p:nvPr/>
            </p:nvSpPr>
            <p:spPr>
              <a:xfrm>
                <a:off x="8505725" y="2251200"/>
                <a:ext cx="3450" cy="30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3" extrusionOk="0">
                    <a:moveTo>
                      <a:pt x="0" y="0"/>
                    </a:moveTo>
                    <a:lnTo>
                      <a:pt x="0" y="1233"/>
                    </a:lnTo>
                    <a:lnTo>
                      <a:pt x="137" y="1233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10"/>
              <p:cNvSpPr/>
              <p:nvPr/>
            </p:nvSpPr>
            <p:spPr>
              <a:xfrm>
                <a:off x="8494875" y="2245475"/>
                <a:ext cx="4600" cy="46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50" extrusionOk="0">
                    <a:moveTo>
                      <a:pt x="1" y="1"/>
                    </a:moveTo>
                    <a:lnTo>
                      <a:pt x="1" y="1850"/>
                    </a:lnTo>
                    <a:lnTo>
                      <a:pt x="183" y="185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10"/>
              <p:cNvSpPr/>
              <p:nvPr/>
            </p:nvSpPr>
            <p:spPr>
              <a:xfrm>
                <a:off x="8485750" y="2250050"/>
                <a:ext cx="34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3" extrusionOk="0">
                    <a:moveTo>
                      <a:pt x="0" y="1"/>
                    </a:moveTo>
                    <a:lnTo>
                      <a:pt x="0" y="1393"/>
                    </a:lnTo>
                    <a:lnTo>
                      <a:pt x="137" y="1393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10"/>
              <p:cNvSpPr/>
              <p:nvPr/>
            </p:nvSpPr>
            <p:spPr>
              <a:xfrm>
                <a:off x="8476050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0" y="1"/>
                    </a:moveTo>
                    <a:lnTo>
                      <a:pt x="0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10"/>
              <p:cNvSpPr/>
              <p:nvPr/>
            </p:nvSpPr>
            <p:spPr>
              <a:xfrm>
                <a:off x="8465200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10"/>
              <p:cNvSpPr/>
              <p:nvPr/>
            </p:nvSpPr>
            <p:spPr>
              <a:xfrm>
                <a:off x="8456075" y="2255175"/>
                <a:ext cx="3450" cy="2285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914" extrusionOk="0">
                    <a:moveTo>
                      <a:pt x="1" y="1"/>
                    </a:moveTo>
                    <a:lnTo>
                      <a:pt x="1" y="914"/>
                    </a:lnTo>
                    <a:lnTo>
                      <a:pt x="137" y="91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10"/>
              <p:cNvSpPr/>
              <p:nvPr/>
            </p:nvSpPr>
            <p:spPr>
              <a:xfrm>
                <a:off x="8445225" y="2250625"/>
                <a:ext cx="4600" cy="342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370" extrusionOk="0">
                    <a:moveTo>
                      <a:pt x="1" y="0"/>
                    </a:moveTo>
                    <a:lnTo>
                      <a:pt x="1" y="1370"/>
                    </a:lnTo>
                    <a:lnTo>
                      <a:pt x="183" y="137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10"/>
              <p:cNvSpPr/>
              <p:nvPr/>
            </p:nvSpPr>
            <p:spPr>
              <a:xfrm>
                <a:off x="8436100" y="2254050"/>
                <a:ext cx="3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138" y="102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8" name="Google Shape;1208;p10"/>
            <p:cNvGrpSpPr/>
            <p:nvPr/>
          </p:nvGrpSpPr>
          <p:grpSpPr>
            <a:xfrm rot="-5400000">
              <a:off x="2460375" y="-1128850"/>
              <a:ext cx="12000" cy="3325675"/>
              <a:chOff x="295175" y="1844325"/>
              <a:chExt cx="12000" cy="3325675"/>
            </a:xfrm>
          </p:grpSpPr>
          <p:sp>
            <p:nvSpPr>
              <p:cNvPr id="1209" name="Google Shape;1209;p10"/>
              <p:cNvSpPr/>
              <p:nvPr/>
            </p:nvSpPr>
            <p:spPr>
              <a:xfrm>
                <a:off x="295175" y="3782200"/>
                <a:ext cx="12000" cy="1387800"/>
              </a:xfrm>
              <a:custGeom>
                <a:avLst/>
                <a:gdLst/>
                <a:ahLst/>
                <a:cxnLst/>
                <a:rect l="l" t="t" r="r" b="b"/>
                <a:pathLst>
                  <a:path w="480" h="55512" extrusionOk="0">
                    <a:moveTo>
                      <a:pt x="1" y="0"/>
                    </a:moveTo>
                    <a:lnTo>
                      <a:pt x="1" y="55511"/>
                    </a:lnTo>
                    <a:lnTo>
                      <a:pt x="480" y="55511"/>
                    </a:lnTo>
                    <a:lnTo>
                      <a:pt x="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10"/>
              <p:cNvSpPr/>
              <p:nvPr/>
            </p:nvSpPr>
            <p:spPr>
              <a:xfrm>
                <a:off x="295175" y="3067200"/>
                <a:ext cx="12000" cy="457675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8307" extrusionOk="0">
                    <a:moveTo>
                      <a:pt x="1" y="0"/>
                    </a:moveTo>
                    <a:lnTo>
                      <a:pt x="1" y="18306"/>
                    </a:lnTo>
                    <a:lnTo>
                      <a:pt x="480" y="18306"/>
                    </a:lnTo>
                    <a:lnTo>
                      <a:pt x="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10"/>
              <p:cNvSpPr/>
              <p:nvPr/>
            </p:nvSpPr>
            <p:spPr>
              <a:xfrm>
                <a:off x="295175" y="1844325"/>
                <a:ext cx="12000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80" h="5456" extrusionOk="0">
                    <a:moveTo>
                      <a:pt x="1" y="1"/>
                    </a:moveTo>
                    <a:lnTo>
                      <a:pt x="1" y="5456"/>
                    </a:lnTo>
                    <a:lnTo>
                      <a:pt x="480" y="5456"/>
                    </a:lnTo>
                    <a:lnTo>
                      <a:pt x="4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10"/>
            <p:cNvGrpSpPr/>
            <p:nvPr/>
          </p:nvGrpSpPr>
          <p:grpSpPr>
            <a:xfrm>
              <a:off x="130100" y="181009"/>
              <a:ext cx="8839635" cy="4438476"/>
              <a:chOff x="3723896" y="3186300"/>
              <a:chExt cx="3393204" cy="1703764"/>
            </a:xfrm>
          </p:grpSpPr>
          <p:sp>
            <p:nvSpPr>
              <p:cNvPr id="1213" name="Google Shape;1213;p10"/>
              <p:cNvSpPr/>
              <p:nvPr/>
            </p:nvSpPr>
            <p:spPr>
              <a:xfrm>
                <a:off x="3836959" y="4864914"/>
                <a:ext cx="2855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6" extrusionOk="0">
                    <a:moveTo>
                      <a:pt x="571" y="161"/>
                    </a:moveTo>
                    <a:lnTo>
                      <a:pt x="1005" y="914"/>
                    </a:lnTo>
                    <a:lnTo>
                      <a:pt x="115" y="914"/>
                    </a:lnTo>
                    <a:lnTo>
                      <a:pt x="571" y="161"/>
                    </a:lnTo>
                    <a:close/>
                    <a:moveTo>
                      <a:pt x="571" y="1"/>
                    </a:moveTo>
                    <a:lnTo>
                      <a:pt x="1" y="1005"/>
                    </a:lnTo>
                    <a:lnTo>
                      <a:pt x="1142" y="1005"/>
                    </a:lnTo>
                    <a:lnTo>
                      <a:pt x="5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10"/>
              <p:cNvSpPr/>
              <p:nvPr/>
            </p:nvSpPr>
            <p:spPr>
              <a:xfrm>
                <a:off x="3723896" y="4097750"/>
                <a:ext cx="25125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891" extrusionOk="0">
                    <a:moveTo>
                      <a:pt x="503" y="1"/>
                    </a:moveTo>
                    <a:lnTo>
                      <a:pt x="252" y="457"/>
                    </a:lnTo>
                    <a:lnTo>
                      <a:pt x="0" y="891"/>
                    </a:lnTo>
                    <a:lnTo>
                      <a:pt x="1005" y="891"/>
                    </a:lnTo>
                    <a:lnTo>
                      <a:pt x="754" y="457"/>
                    </a:lnTo>
                    <a:lnTo>
                      <a:pt x="5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10"/>
              <p:cNvSpPr/>
              <p:nvPr/>
            </p:nvSpPr>
            <p:spPr>
              <a:xfrm>
                <a:off x="5199766" y="3497104"/>
                <a:ext cx="28550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5" extrusionOk="0">
                    <a:moveTo>
                      <a:pt x="571" y="160"/>
                    </a:moveTo>
                    <a:lnTo>
                      <a:pt x="1005" y="913"/>
                    </a:lnTo>
                    <a:lnTo>
                      <a:pt x="137" y="913"/>
                    </a:lnTo>
                    <a:lnTo>
                      <a:pt x="571" y="160"/>
                    </a:lnTo>
                    <a:close/>
                    <a:moveTo>
                      <a:pt x="571" y="0"/>
                    </a:moveTo>
                    <a:lnTo>
                      <a:pt x="0" y="1004"/>
                    </a:lnTo>
                    <a:lnTo>
                      <a:pt x="1142" y="1004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10"/>
              <p:cNvSpPr/>
              <p:nvPr/>
            </p:nvSpPr>
            <p:spPr>
              <a:xfrm>
                <a:off x="7088549" y="3701405"/>
                <a:ext cx="28550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5" extrusionOk="0">
                    <a:moveTo>
                      <a:pt x="571" y="160"/>
                    </a:moveTo>
                    <a:lnTo>
                      <a:pt x="1005" y="936"/>
                    </a:lnTo>
                    <a:lnTo>
                      <a:pt x="137" y="936"/>
                    </a:lnTo>
                    <a:lnTo>
                      <a:pt x="571" y="160"/>
                    </a:lnTo>
                    <a:close/>
                    <a:moveTo>
                      <a:pt x="571" y="0"/>
                    </a:moveTo>
                    <a:lnTo>
                      <a:pt x="0" y="1005"/>
                    </a:lnTo>
                    <a:lnTo>
                      <a:pt x="1142" y="1005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10"/>
              <p:cNvSpPr/>
              <p:nvPr/>
            </p:nvSpPr>
            <p:spPr>
              <a:xfrm>
                <a:off x="3799894" y="3439577"/>
                <a:ext cx="28550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005" extrusionOk="0">
                    <a:moveTo>
                      <a:pt x="571" y="160"/>
                    </a:moveTo>
                    <a:lnTo>
                      <a:pt x="1005" y="913"/>
                    </a:lnTo>
                    <a:lnTo>
                      <a:pt x="137" y="913"/>
                    </a:lnTo>
                    <a:lnTo>
                      <a:pt x="571" y="160"/>
                    </a:lnTo>
                    <a:close/>
                    <a:moveTo>
                      <a:pt x="571" y="0"/>
                    </a:moveTo>
                    <a:lnTo>
                      <a:pt x="1" y="1004"/>
                    </a:lnTo>
                    <a:lnTo>
                      <a:pt x="1142" y="1004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10"/>
              <p:cNvSpPr/>
              <p:nvPr/>
            </p:nvSpPr>
            <p:spPr>
              <a:xfrm>
                <a:off x="6411571" y="3186300"/>
                <a:ext cx="25700" cy="21725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869" extrusionOk="0">
                    <a:moveTo>
                      <a:pt x="526" y="1"/>
                    </a:moveTo>
                    <a:lnTo>
                      <a:pt x="252" y="435"/>
                    </a:lnTo>
                    <a:lnTo>
                      <a:pt x="1" y="868"/>
                    </a:lnTo>
                    <a:lnTo>
                      <a:pt x="1028" y="868"/>
                    </a:lnTo>
                    <a:lnTo>
                      <a:pt x="777" y="435"/>
                    </a:lnTo>
                    <a:lnTo>
                      <a:pt x="52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19" name="Google Shape;1219;p10"/>
          <p:cNvSpPr txBox="1">
            <a:spLocks noGrp="1"/>
          </p:cNvSpPr>
          <p:nvPr>
            <p:ph type="title"/>
          </p:nvPr>
        </p:nvSpPr>
        <p:spPr>
          <a:xfrm>
            <a:off x="720000" y="911100"/>
            <a:ext cx="3278700" cy="332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806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1" name="Google Shape;1221;p11"/>
          <p:cNvGrpSpPr/>
          <p:nvPr/>
        </p:nvGrpSpPr>
        <p:grpSpPr>
          <a:xfrm>
            <a:off x="-1974538" y="203766"/>
            <a:ext cx="11856973" cy="3949123"/>
            <a:chOff x="-1895475" y="2684875"/>
            <a:chExt cx="9813750" cy="3268600"/>
          </a:xfrm>
        </p:grpSpPr>
        <p:sp>
          <p:nvSpPr>
            <p:cNvPr id="1222" name="Google Shape;1222;p11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1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1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1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1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1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1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1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1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1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1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1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1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1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1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1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1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1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1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1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1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1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1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1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1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1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1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1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1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1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1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1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1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1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11"/>
          <p:cNvGrpSpPr/>
          <p:nvPr/>
        </p:nvGrpSpPr>
        <p:grpSpPr>
          <a:xfrm flipH="1">
            <a:off x="6273225" y="4122250"/>
            <a:ext cx="2870775" cy="1021250"/>
            <a:chOff x="380450" y="3576550"/>
            <a:chExt cx="2870775" cy="1021250"/>
          </a:xfrm>
        </p:grpSpPr>
        <p:grpSp>
          <p:nvGrpSpPr>
            <p:cNvPr id="1257" name="Google Shape;1257;p11"/>
            <p:cNvGrpSpPr/>
            <p:nvPr/>
          </p:nvGrpSpPr>
          <p:grpSpPr>
            <a:xfrm flipH="1">
              <a:off x="1003325" y="3878163"/>
              <a:ext cx="2247900" cy="719638"/>
              <a:chOff x="6722300" y="535225"/>
              <a:chExt cx="2247900" cy="719638"/>
            </a:xfrm>
          </p:grpSpPr>
          <p:sp>
            <p:nvSpPr>
              <p:cNvPr id="1258" name="Google Shape;1258;p11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11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11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11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62" name="Google Shape;1262;p11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1"/>
          <p:cNvSpPr/>
          <p:nvPr/>
        </p:nvSpPr>
        <p:spPr>
          <a:xfrm rot="10800000" flipH="1">
            <a:off x="-686835" y="-945144"/>
            <a:ext cx="1971290" cy="1972032"/>
          </a:xfrm>
          <a:custGeom>
            <a:avLst/>
            <a:gdLst/>
            <a:ahLst/>
            <a:cxnLst/>
            <a:rect l="l" t="t" r="r" b="b"/>
            <a:pathLst>
              <a:path w="61059" h="61082" extrusionOk="0">
                <a:moveTo>
                  <a:pt x="30541" y="1"/>
                </a:moveTo>
                <a:cubicBezTo>
                  <a:pt x="13673" y="1"/>
                  <a:pt x="1" y="13673"/>
                  <a:pt x="1" y="30541"/>
                </a:cubicBezTo>
                <a:cubicBezTo>
                  <a:pt x="1" y="47409"/>
                  <a:pt x="13673" y="61081"/>
                  <a:pt x="30541" y="61081"/>
                </a:cubicBezTo>
                <a:cubicBezTo>
                  <a:pt x="47386" y="61081"/>
                  <a:pt x="61058" y="47409"/>
                  <a:pt x="61058" y="30541"/>
                </a:cubicBezTo>
                <a:cubicBezTo>
                  <a:pt x="61058" y="13673"/>
                  <a:pt x="47386" y="1"/>
                  <a:pt x="3054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4" name="Google Shape;1264;p11"/>
          <p:cNvGrpSpPr/>
          <p:nvPr/>
        </p:nvGrpSpPr>
        <p:grpSpPr>
          <a:xfrm>
            <a:off x="354200" y="540000"/>
            <a:ext cx="365800" cy="1454000"/>
            <a:chOff x="6860300" y="2466325"/>
            <a:chExt cx="365800" cy="1454000"/>
          </a:xfrm>
        </p:grpSpPr>
        <p:sp>
          <p:nvSpPr>
            <p:cNvPr id="1265" name="Google Shape;1265;p11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8" name="Google Shape;1318;p11"/>
          <p:cNvGrpSpPr/>
          <p:nvPr/>
        </p:nvGrpSpPr>
        <p:grpSpPr>
          <a:xfrm>
            <a:off x="5098325" y="529025"/>
            <a:ext cx="3325675" cy="12000"/>
            <a:chOff x="4016850" y="529025"/>
            <a:chExt cx="3325675" cy="12000"/>
          </a:xfrm>
        </p:grpSpPr>
        <p:sp>
          <p:nvSpPr>
            <p:cNvPr id="1319" name="Google Shape;1319;p11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1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11"/>
          <p:cNvGrpSpPr/>
          <p:nvPr/>
        </p:nvGrpSpPr>
        <p:grpSpPr>
          <a:xfrm>
            <a:off x="393019" y="231222"/>
            <a:ext cx="8419172" cy="4827643"/>
            <a:chOff x="393019" y="231222"/>
            <a:chExt cx="8419172" cy="4827643"/>
          </a:xfrm>
        </p:grpSpPr>
        <p:sp>
          <p:nvSpPr>
            <p:cNvPr id="1323" name="Google Shape;1323;p11"/>
            <p:cNvSpPr/>
            <p:nvPr/>
          </p:nvSpPr>
          <p:spPr>
            <a:xfrm>
              <a:off x="3078889" y="5002334"/>
              <a:ext cx="66951" cy="56531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1"/>
            <p:cNvSpPr/>
            <p:nvPr/>
          </p:nvSpPr>
          <p:spPr>
            <a:xfrm>
              <a:off x="4293094" y="9000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1"/>
            <p:cNvSpPr/>
            <p:nvPr/>
          </p:nvSpPr>
          <p:spPr>
            <a:xfrm>
              <a:off x="8737815" y="2962842"/>
              <a:ext cx="74376" cy="65518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1"/>
            <p:cNvSpPr/>
            <p:nvPr/>
          </p:nvSpPr>
          <p:spPr>
            <a:xfrm>
              <a:off x="8180890" y="231223"/>
              <a:ext cx="74376" cy="65453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1"/>
            <p:cNvSpPr/>
            <p:nvPr/>
          </p:nvSpPr>
          <p:spPr>
            <a:xfrm>
              <a:off x="6723950" y="1348468"/>
              <a:ext cx="74441" cy="63955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1"/>
            <p:cNvSpPr/>
            <p:nvPr/>
          </p:nvSpPr>
          <p:spPr>
            <a:xfrm>
              <a:off x="2461682" y="231222"/>
              <a:ext cx="74376" cy="65453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393019" y="31213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1588050" y="4088943"/>
              <a:ext cx="74441" cy="63955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1" name="Google Shape;1331;p11"/>
          <p:cNvSpPr txBox="1">
            <a:spLocks noGrp="1"/>
          </p:cNvSpPr>
          <p:nvPr>
            <p:ph type="title" hasCustomPrompt="1"/>
          </p:nvPr>
        </p:nvSpPr>
        <p:spPr>
          <a:xfrm>
            <a:off x="1765500" y="2117425"/>
            <a:ext cx="5613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332" name="Google Shape;1332;p11"/>
          <p:cNvSpPr txBox="1">
            <a:spLocks noGrp="1"/>
          </p:cNvSpPr>
          <p:nvPr>
            <p:ph type="subTitle" idx="1"/>
          </p:nvPr>
        </p:nvSpPr>
        <p:spPr>
          <a:xfrm>
            <a:off x="1765500" y="3106825"/>
            <a:ext cx="5613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9416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7371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14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485" name="Google Shape;1485;p1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14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1520" name="Google Shape;1520;p14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14"/>
          <p:cNvGrpSpPr/>
          <p:nvPr/>
        </p:nvGrpSpPr>
        <p:grpSpPr>
          <a:xfrm flipH="1">
            <a:off x="244234" y="297157"/>
            <a:ext cx="810045" cy="242850"/>
            <a:chOff x="8333950" y="1178400"/>
            <a:chExt cx="521600" cy="156375"/>
          </a:xfrm>
        </p:grpSpPr>
        <p:sp>
          <p:nvSpPr>
            <p:cNvPr id="1528" name="Google Shape;1528;p14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4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4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4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4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4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4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4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4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4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4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4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4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4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4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4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4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4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4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4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4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4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4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4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4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4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4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4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4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4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4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4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4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4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4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4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4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2" name="Google Shape;1612;p14"/>
          <p:cNvGrpSpPr/>
          <p:nvPr/>
        </p:nvGrpSpPr>
        <p:grpSpPr>
          <a:xfrm>
            <a:off x="4139675" y="4868000"/>
            <a:ext cx="3325675" cy="12000"/>
            <a:chOff x="4016850" y="529025"/>
            <a:chExt cx="3325675" cy="12000"/>
          </a:xfrm>
        </p:grpSpPr>
        <p:sp>
          <p:nvSpPr>
            <p:cNvPr id="1613" name="Google Shape;1613;p14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4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4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7" name="Google Shape;1617;p14"/>
          <p:cNvSpPr txBox="1">
            <a:spLocks noGrp="1"/>
          </p:cNvSpPr>
          <p:nvPr>
            <p:ph type="subTitle" idx="1"/>
          </p:nvPr>
        </p:nvSpPr>
        <p:spPr>
          <a:xfrm>
            <a:off x="1744475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18" name="Google Shape;1618;p14"/>
          <p:cNvSpPr txBox="1">
            <a:spLocks noGrp="1"/>
          </p:cNvSpPr>
          <p:nvPr>
            <p:ph type="subTitle" idx="2"/>
          </p:nvPr>
        </p:nvSpPr>
        <p:spPr>
          <a:xfrm>
            <a:off x="1744475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0" name="Google Shape;1620;p14"/>
          <p:cNvSpPr txBox="1">
            <a:spLocks noGrp="1"/>
          </p:cNvSpPr>
          <p:nvPr>
            <p:ph type="subTitle" idx="4"/>
          </p:nvPr>
        </p:nvSpPr>
        <p:spPr>
          <a:xfrm>
            <a:off x="6028800" y="3525300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1" name="Google Shape;1621;p14"/>
          <p:cNvSpPr txBox="1">
            <a:spLocks noGrp="1"/>
          </p:cNvSpPr>
          <p:nvPr>
            <p:ph type="subTitle" idx="5"/>
          </p:nvPr>
        </p:nvSpPr>
        <p:spPr>
          <a:xfrm>
            <a:off x="6028800" y="3945000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"/>
          <p:cNvSpPr txBox="1">
            <a:spLocks noGrp="1"/>
          </p:cNvSpPr>
          <p:nvPr>
            <p:ph type="title" idx="6" hasCustomPrompt="1"/>
          </p:nvPr>
        </p:nvSpPr>
        <p:spPr>
          <a:xfrm>
            <a:off x="50043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3" name="Google Shape;1623;p14"/>
          <p:cNvSpPr txBox="1">
            <a:spLocks noGrp="1"/>
          </p:cNvSpPr>
          <p:nvPr>
            <p:ph type="subTitle" idx="7"/>
          </p:nvPr>
        </p:nvSpPr>
        <p:spPr>
          <a:xfrm>
            <a:off x="1744475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4" name="Google Shape;1624;p14"/>
          <p:cNvSpPr txBox="1">
            <a:spLocks noGrp="1"/>
          </p:cNvSpPr>
          <p:nvPr>
            <p:ph type="subTitle" idx="8"/>
          </p:nvPr>
        </p:nvSpPr>
        <p:spPr>
          <a:xfrm>
            <a:off x="1744475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5" name="Google Shape;1625;p14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6" name="Google Shape;1626;p14"/>
          <p:cNvSpPr txBox="1">
            <a:spLocks noGrp="1"/>
          </p:cNvSpPr>
          <p:nvPr>
            <p:ph type="subTitle" idx="13"/>
          </p:nvPr>
        </p:nvSpPr>
        <p:spPr>
          <a:xfrm>
            <a:off x="6028800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27" name="Google Shape;1627;p14"/>
          <p:cNvSpPr txBox="1">
            <a:spLocks noGrp="1"/>
          </p:cNvSpPr>
          <p:nvPr>
            <p:ph type="subTitle" idx="14"/>
          </p:nvPr>
        </p:nvSpPr>
        <p:spPr>
          <a:xfrm>
            <a:off x="6028800" y="2181688"/>
            <a:ext cx="2395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8" name="Google Shape;1628;p14"/>
          <p:cNvSpPr txBox="1">
            <a:spLocks noGrp="1"/>
          </p:cNvSpPr>
          <p:nvPr>
            <p:ph type="title" idx="15" hasCustomPrompt="1"/>
          </p:nvPr>
        </p:nvSpPr>
        <p:spPr>
          <a:xfrm>
            <a:off x="50043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79327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16"/>
          <p:cNvGrpSpPr/>
          <p:nvPr/>
        </p:nvGrpSpPr>
        <p:grpSpPr>
          <a:xfrm rot="10800000">
            <a:off x="-1043488" y="-142022"/>
            <a:ext cx="11856973" cy="3949123"/>
            <a:chOff x="-1895475" y="2684875"/>
            <a:chExt cx="9813750" cy="3268600"/>
          </a:xfrm>
        </p:grpSpPr>
        <p:sp>
          <p:nvSpPr>
            <p:cNvPr id="1731" name="Google Shape;1731;p1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16"/>
          <p:cNvGrpSpPr/>
          <p:nvPr/>
        </p:nvGrpSpPr>
        <p:grpSpPr>
          <a:xfrm>
            <a:off x="130100" y="304886"/>
            <a:ext cx="8839635" cy="4771800"/>
            <a:chOff x="3723896" y="3233851"/>
            <a:chExt cx="3393204" cy="1831715"/>
          </a:xfrm>
        </p:grpSpPr>
        <p:sp>
          <p:nvSpPr>
            <p:cNvPr id="1766" name="Google Shape;1766;p16"/>
            <p:cNvSpPr/>
            <p:nvPr/>
          </p:nvSpPr>
          <p:spPr>
            <a:xfrm>
              <a:off x="7049599" y="4978524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6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6"/>
            <p:cNvSpPr/>
            <p:nvPr/>
          </p:nvSpPr>
          <p:spPr>
            <a:xfrm>
              <a:off x="5638521" y="323385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6"/>
            <p:cNvSpPr/>
            <p:nvPr/>
          </p:nvSpPr>
          <p:spPr>
            <a:xfrm>
              <a:off x="4267899" y="329332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6"/>
            <p:cNvSpPr/>
            <p:nvPr/>
          </p:nvSpPr>
          <p:spPr>
            <a:xfrm>
              <a:off x="4919805" y="3537303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3" name="Google Shape;1773;p16"/>
          <p:cNvGrpSpPr/>
          <p:nvPr/>
        </p:nvGrpSpPr>
        <p:grpSpPr>
          <a:xfrm>
            <a:off x="354200" y="540000"/>
            <a:ext cx="365800" cy="1454000"/>
            <a:chOff x="6860300" y="2466325"/>
            <a:chExt cx="365800" cy="1454000"/>
          </a:xfrm>
        </p:grpSpPr>
        <p:sp>
          <p:nvSpPr>
            <p:cNvPr id="1774" name="Google Shape;1774;p16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6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6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6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6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6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6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6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6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6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6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6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6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6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6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6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6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6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6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6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6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6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6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6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6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6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6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6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6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6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6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6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6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6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6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6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6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6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6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6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6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6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6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6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6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6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6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6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6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6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6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6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6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rgbClr val="020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7" name="Google Shape;1827;p16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8" name="Google Shape;1828;p16"/>
          <p:cNvSpPr txBox="1">
            <a:spLocks noGrp="1"/>
          </p:cNvSpPr>
          <p:nvPr>
            <p:ph type="subTitle" idx="1"/>
          </p:nvPr>
        </p:nvSpPr>
        <p:spPr>
          <a:xfrm>
            <a:off x="7200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29" name="Google Shape;1829;p16"/>
          <p:cNvSpPr txBox="1">
            <a:spLocks noGrp="1"/>
          </p:cNvSpPr>
          <p:nvPr>
            <p:ph type="subTitle" idx="2"/>
          </p:nvPr>
        </p:nvSpPr>
        <p:spPr>
          <a:xfrm>
            <a:off x="7200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0" name="Google Shape;1830;p16"/>
          <p:cNvSpPr txBox="1">
            <a:spLocks noGrp="1"/>
          </p:cNvSpPr>
          <p:nvPr>
            <p:ph type="subTitle" idx="3"/>
          </p:nvPr>
        </p:nvSpPr>
        <p:spPr>
          <a:xfrm>
            <a:off x="357285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1" name="Google Shape;1831;p16"/>
          <p:cNvSpPr txBox="1">
            <a:spLocks noGrp="1"/>
          </p:cNvSpPr>
          <p:nvPr>
            <p:ph type="subTitle" idx="4"/>
          </p:nvPr>
        </p:nvSpPr>
        <p:spPr>
          <a:xfrm>
            <a:off x="357285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32" name="Google Shape;1832;p16"/>
          <p:cNvSpPr txBox="1">
            <a:spLocks noGrp="1"/>
          </p:cNvSpPr>
          <p:nvPr>
            <p:ph type="subTitle" idx="5"/>
          </p:nvPr>
        </p:nvSpPr>
        <p:spPr>
          <a:xfrm>
            <a:off x="6425700" y="3178125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3" name="Google Shape;1833;p16"/>
          <p:cNvSpPr txBox="1">
            <a:spLocks noGrp="1"/>
          </p:cNvSpPr>
          <p:nvPr>
            <p:ph type="subTitle" idx="6"/>
          </p:nvPr>
        </p:nvSpPr>
        <p:spPr>
          <a:xfrm>
            <a:off x="6425700" y="3581025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3374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5" name="Google Shape;1835;p17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1836" name="Google Shape;1836;p1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0" name="Google Shape;1870;p17"/>
          <p:cNvGrpSpPr/>
          <p:nvPr/>
        </p:nvGrpSpPr>
        <p:grpSpPr>
          <a:xfrm>
            <a:off x="1547282" y="231222"/>
            <a:ext cx="7105134" cy="4827643"/>
            <a:chOff x="4267899" y="3205574"/>
            <a:chExt cx="2727394" cy="1853151"/>
          </a:xfrm>
        </p:grpSpPr>
        <p:sp>
          <p:nvSpPr>
            <p:cNvPr id="1871" name="Google Shape;1871;p17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7"/>
            <p:cNvSpPr/>
            <p:nvPr/>
          </p:nvSpPr>
          <p:spPr>
            <a:xfrm>
              <a:off x="4658915" y="3556844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7"/>
            <p:cNvSpPr/>
            <p:nvPr/>
          </p:nvSpPr>
          <p:spPr>
            <a:xfrm>
              <a:off x="6966743" y="4630911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7"/>
            <p:cNvSpPr/>
            <p:nvPr/>
          </p:nvSpPr>
          <p:spPr>
            <a:xfrm>
              <a:off x="6151672" y="4946009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7"/>
            <p:cNvSpPr/>
            <p:nvPr/>
          </p:nvSpPr>
          <p:spPr>
            <a:xfrm>
              <a:off x="6162204" y="3564340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8" name="Google Shape;1878;p17"/>
          <p:cNvGrpSpPr/>
          <p:nvPr/>
        </p:nvGrpSpPr>
        <p:grpSpPr>
          <a:xfrm>
            <a:off x="720000" y="540000"/>
            <a:ext cx="365800" cy="1454000"/>
            <a:chOff x="6860300" y="2466325"/>
            <a:chExt cx="365800" cy="1454000"/>
          </a:xfrm>
        </p:grpSpPr>
        <p:sp>
          <p:nvSpPr>
            <p:cNvPr id="1879" name="Google Shape;1879;p17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7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7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7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7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7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7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7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7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7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7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7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7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7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7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7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7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7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7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7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7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7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7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7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7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7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7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7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7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7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7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7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7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7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7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7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7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7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7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7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7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7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7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7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7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7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7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7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7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7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7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7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7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2" name="Google Shape;1932;p17"/>
          <p:cNvGrpSpPr/>
          <p:nvPr/>
        </p:nvGrpSpPr>
        <p:grpSpPr>
          <a:xfrm>
            <a:off x="7496088" y="-191459"/>
            <a:ext cx="1724500" cy="1739884"/>
            <a:chOff x="7419988" y="36816"/>
            <a:chExt cx="1724500" cy="1739884"/>
          </a:xfrm>
        </p:grpSpPr>
        <p:sp>
          <p:nvSpPr>
            <p:cNvPr id="1933" name="Google Shape;1933;p17"/>
            <p:cNvSpPr/>
            <p:nvPr/>
          </p:nvSpPr>
          <p:spPr>
            <a:xfrm>
              <a:off x="7518988" y="135525"/>
              <a:ext cx="1526475" cy="1527050"/>
            </a:xfrm>
            <a:custGeom>
              <a:avLst/>
              <a:gdLst/>
              <a:ahLst/>
              <a:cxnLst/>
              <a:rect l="l" t="t" r="r" b="b"/>
              <a:pathLst>
                <a:path w="61059" h="61082" extrusionOk="0">
                  <a:moveTo>
                    <a:pt x="30541" y="1"/>
                  </a:moveTo>
                  <a:cubicBezTo>
                    <a:pt x="13673" y="1"/>
                    <a:pt x="1" y="13673"/>
                    <a:pt x="1" y="30541"/>
                  </a:cubicBezTo>
                  <a:cubicBezTo>
                    <a:pt x="1" y="47409"/>
                    <a:pt x="13673" y="61081"/>
                    <a:pt x="30541" y="61081"/>
                  </a:cubicBezTo>
                  <a:cubicBezTo>
                    <a:pt x="47386" y="61081"/>
                    <a:pt x="61058" y="47409"/>
                    <a:pt x="61058" y="30541"/>
                  </a:cubicBezTo>
                  <a:cubicBezTo>
                    <a:pt x="61058" y="13673"/>
                    <a:pt x="47386" y="1"/>
                    <a:pt x="30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4" name="Google Shape;1934;p17"/>
            <p:cNvGrpSpPr/>
            <p:nvPr/>
          </p:nvGrpSpPr>
          <p:grpSpPr>
            <a:xfrm>
              <a:off x="8757588" y="924150"/>
              <a:ext cx="386900" cy="852550"/>
              <a:chOff x="9927800" y="2054375"/>
              <a:chExt cx="386900" cy="852550"/>
            </a:xfrm>
          </p:grpSpPr>
          <p:sp>
            <p:nvSpPr>
              <p:cNvPr id="1935" name="Google Shape;1935;p17"/>
              <p:cNvSpPr/>
              <p:nvPr/>
            </p:nvSpPr>
            <p:spPr>
              <a:xfrm>
                <a:off x="1030955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60" y="46"/>
                    </a:moveTo>
                    <a:lnTo>
                      <a:pt x="160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7"/>
              <p:cNvSpPr/>
              <p:nvPr/>
            </p:nvSpPr>
            <p:spPr>
              <a:xfrm>
                <a:off x="1030955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23" y="183"/>
                    </a:lnTo>
                    <a:lnTo>
                      <a:pt x="23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7"/>
              <p:cNvSpPr/>
              <p:nvPr/>
            </p:nvSpPr>
            <p:spPr>
              <a:xfrm>
                <a:off x="1030955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7"/>
              <p:cNvSpPr/>
              <p:nvPr/>
            </p:nvSpPr>
            <p:spPr>
              <a:xfrm>
                <a:off x="1030955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7"/>
              <p:cNvSpPr/>
              <p:nvPr/>
            </p:nvSpPr>
            <p:spPr>
              <a:xfrm>
                <a:off x="1030955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7"/>
              <p:cNvSpPr/>
              <p:nvPr/>
            </p:nvSpPr>
            <p:spPr>
              <a:xfrm>
                <a:off x="1030955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23" y="205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7"/>
              <p:cNvSpPr/>
              <p:nvPr/>
            </p:nvSpPr>
            <p:spPr>
              <a:xfrm>
                <a:off x="1030955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23" y="206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7"/>
              <p:cNvSpPr/>
              <p:nvPr/>
            </p:nvSpPr>
            <p:spPr>
              <a:xfrm>
                <a:off x="10183425" y="2054375"/>
                <a:ext cx="5175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4" y="91"/>
                    </a:lnTo>
                    <a:lnTo>
                      <a:pt x="24" y="46"/>
                    </a:lnTo>
                    <a:close/>
                    <a:moveTo>
                      <a:pt x="1" y="0"/>
                    </a:moveTo>
                    <a:lnTo>
                      <a:pt x="1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7"/>
              <p:cNvSpPr/>
              <p:nvPr/>
            </p:nvSpPr>
            <p:spPr>
              <a:xfrm>
                <a:off x="10183425" y="2195875"/>
                <a:ext cx="517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30" extrusionOk="0">
                    <a:moveTo>
                      <a:pt x="161" y="47"/>
                    </a:moveTo>
                    <a:lnTo>
                      <a:pt x="161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7"/>
              <p:cNvSpPr/>
              <p:nvPr/>
            </p:nvSpPr>
            <p:spPr>
              <a:xfrm>
                <a:off x="10183425" y="2336825"/>
                <a:ext cx="51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29" extrusionOk="0">
                    <a:moveTo>
                      <a:pt x="1" y="1"/>
                    </a:moveTo>
                    <a:lnTo>
                      <a:pt x="1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7"/>
              <p:cNvSpPr/>
              <p:nvPr/>
            </p:nvSpPr>
            <p:spPr>
              <a:xfrm>
                <a:off x="10183425" y="2477775"/>
                <a:ext cx="5175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1" y="1"/>
                    </a:moveTo>
                    <a:lnTo>
                      <a:pt x="1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7"/>
              <p:cNvSpPr/>
              <p:nvPr/>
            </p:nvSpPr>
            <p:spPr>
              <a:xfrm>
                <a:off x="10183425" y="275967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7"/>
              <p:cNvSpPr/>
              <p:nvPr/>
            </p:nvSpPr>
            <p:spPr>
              <a:xfrm>
                <a:off x="10183425" y="29006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7"/>
              <p:cNvSpPr/>
              <p:nvPr/>
            </p:nvSpPr>
            <p:spPr>
              <a:xfrm>
                <a:off x="10183425" y="2618725"/>
                <a:ext cx="51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252" extrusionOk="0">
                    <a:moveTo>
                      <a:pt x="161" y="46"/>
                    </a:moveTo>
                    <a:lnTo>
                      <a:pt x="161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1" y="0"/>
                    </a:moveTo>
                    <a:lnTo>
                      <a:pt x="1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7"/>
              <p:cNvSpPr/>
              <p:nvPr/>
            </p:nvSpPr>
            <p:spPr>
              <a:xfrm>
                <a:off x="100539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23" y="91"/>
                    </a:lnTo>
                    <a:lnTo>
                      <a:pt x="23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6" y="114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7"/>
              <p:cNvSpPr/>
              <p:nvPr/>
            </p:nvSpPr>
            <p:spPr>
              <a:xfrm>
                <a:off x="100539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7"/>
              <p:cNvSpPr/>
              <p:nvPr/>
            </p:nvSpPr>
            <p:spPr>
              <a:xfrm>
                <a:off x="100539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6" y="229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17"/>
              <p:cNvSpPr/>
              <p:nvPr/>
            </p:nvSpPr>
            <p:spPr>
              <a:xfrm>
                <a:off x="100539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60" y="23"/>
                    </a:moveTo>
                    <a:lnTo>
                      <a:pt x="160" y="115"/>
                    </a:lnTo>
                    <a:lnTo>
                      <a:pt x="23" y="115"/>
                    </a:lnTo>
                    <a:lnTo>
                      <a:pt x="23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6" y="1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17"/>
              <p:cNvSpPr/>
              <p:nvPr/>
            </p:nvSpPr>
            <p:spPr>
              <a:xfrm>
                <a:off x="100539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17"/>
              <p:cNvSpPr/>
              <p:nvPr/>
            </p:nvSpPr>
            <p:spPr>
              <a:xfrm>
                <a:off x="100539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7"/>
              <p:cNvSpPr/>
              <p:nvPr/>
            </p:nvSpPr>
            <p:spPr>
              <a:xfrm>
                <a:off x="100539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6" y="25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17"/>
              <p:cNvSpPr/>
              <p:nvPr/>
            </p:nvSpPr>
            <p:spPr>
              <a:xfrm>
                <a:off x="9927800" y="2054375"/>
                <a:ext cx="5150" cy="287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15" extrusionOk="0">
                    <a:moveTo>
                      <a:pt x="183" y="46"/>
                    </a:moveTo>
                    <a:lnTo>
                      <a:pt x="183" y="91"/>
                    </a:lnTo>
                    <a:lnTo>
                      <a:pt x="46" y="91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114"/>
                    </a:lnTo>
                    <a:lnTo>
                      <a:pt x="205" y="114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7"/>
              <p:cNvSpPr/>
              <p:nvPr/>
            </p:nvSpPr>
            <p:spPr>
              <a:xfrm>
                <a:off x="9927800" y="2195875"/>
                <a:ext cx="51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0" extrusionOk="0">
                    <a:moveTo>
                      <a:pt x="160" y="47"/>
                    </a:moveTo>
                    <a:lnTo>
                      <a:pt x="160" y="183"/>
                    </a:lnTo>
                    <a:lnTo>
                      <a:pt x="46" y="183"/>
                    </a:lnTo>
                    <a:lnTo>
                      <a:pt x="46" y="47"/>
                    </a:lnTo>
                    <a:close/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7"/>
              <p:cNvSpPr/>
              <p:nvPr/>
            </p:nvSpPr>
            <p:spPr>
              <a:xfrm>
                <a:off x="9927800" y="2336825"/>
                <a:ext cx="515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205" y="22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7"/>
              <p:cNvSpPr/>
              <p:nvPr/>
            </p:nvSpPr>
            <p:spPr>
              <a:xfrm>
                <a:off x="9927800" y="2477775"/>
                <a:ext cx="51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8" extrusionOk="0">
                    <a:moveTo>
                      <a:pt x="183" y="23"/>
                    </a:moveTo>
                    <a:lnTo>
                      <a:pt x="183" y="115"/>
                    </a:lnTo>
                    <a:lnTo>
                      <a:pt x="46" y="115"/>
                    </a:lnTo>
                    <a:lnTo>
                      <a:pt x="46" y="23"/>
                    </a:lnTo>
                    <a:close/>
                    <a:moveTo>
                      <a:pt x="0" y="1"/>
                    </a:moveTo>
                    <a:lnTo>
                      <a:pt x="0" y="137"/>
                    </a:lnTo>
                    <a:lnTo>
                      <a:pt x="205" y="137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7"/>
              <p:cNvSpPr/>
              <p:nvPr/>
            </p:nvSpPr>
            <p:spPr>
              <a:xfrm>
                <a:off x="9927800" y="275967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7"/>
              <p:cNvSpPr/>
              <p:nvPr/>
            </p:nvSpPr>
            <p:spPr>
              <a:xfrm>
                <a:off x="9927800" y="29006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5"/>
                    </a:lnTo>
                    <a:lnTo>
                      <a:pt x="46" y="205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7"/>
              <p:cNvSpPr/>
              <p:nvPr/>
            </p:nvSpPr>
            <p:spPr>
              <a:xfrm>
                <a:off x="9927800" y="2618725"/>
                <a:ext cx="5150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52" extrusionOk="0">
                    <a:moveTo>
                      <a:pt x="160" y="46"/>
                    </a:moveTo>
                    <a:lnTo>
                      <a:pt x="160" y="206"/>
                    </a:lnTo>
                    <a:lnTo>
                      <a:pt x="46" y="206"/>
                    </a:lnTo>
                    <a:lnTo>
                      <a:pt x="46" y="46"/>
                    </a:lnTo>
                    <a:close/>
                    <a:moveTo>
                      <a:pt x="0" y="0"/>
                    </a:moveTo>
                    <a:lnTo>
                      <a:pt x="0" y="251"/>
                    </a:lnTo>
                    <a:lnTo>
                      <a:pt x="205" y="251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3" name="Google Shape;1963;p17"/>
            <p:cNvSpPr/>
            <p:nvPr/>
          </p:nvSpPr>
          <p:spPr>
            <a:xfrm>
              <a:off x="7419988" y="36816"/>
              <a:ext cx="1724500" cy="1724475"/>
            </a:xfrm>
            <a:custGeom>
              <a:avLst/>
              <a:gdLst/>
              <a:ahLst/>
              <a:cxnLst/>
              <a:rect l="l" t="t" r="r" b="b"/>
              <a:pathLst>
                <a:path w="68980" h="68979" fill="none" extrusionOk="0">
                  <a:moveTo>
                    <a:pt x="1" y="68978"/>
                  </a:moveTo>
                  <a:lnTo>
                    <a:pt x="68979" y="0"/>
                  </a:lnTo>
                </a:path>
              </a:pathLst>
            </a:custGeom>
            <a:noFill/>
            <a:ln w="9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964" name="Google Shape;1964;p17"/>
          <p:cNvGrpSpPr/>
          <p:nvPr/>
        </p:nvGrpSpPr>
        <p:grpSpPr>
          <a:xfrm>
            <a:off x="203375" y="3643113"/>
            <a:ext cx="2870775" cy="1500388"/>
            <a:chOff x="380450" y="3097413"/>
            <a:chExt cx="2870775" cy="1500388"/>
          </a:xfrm>
        </p:grpSpPr>
        <p:grpSp>
          <p:nvGrpSpPr>
            <p:cNvPr id="1965" name="Google Shape;1965;p17"/>
            <p:cNvGrpSpPr/>
            <p:nvPr/>
          </p:nvGrpSpPr>
          <p:grpSpPr>
            <a:xfrm flipH="1">
              <a:off x="1003325" y="3435363"/>
              <a:ext cx="2247900" cy="1162438"/>
              <a:chOff x="6722300" y="92425"/>
              <a:chExt cx="2247900" cy="1162438"/>
            </a:xfrm>
          </p:grpSpPr>
          <p:sp>
            <p:nvSpPr>
              <p:cNvPr id="1966" name="Google Shape;1966;p17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7"/>
              <p:cNvSpPr/>
              <p:nvPr/>
            </p:nvSpPr>
            <p:spPr>
              <a:xfrm>
                <a:off x="6813525" y="924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7"/>
              <p:cNvSpPr/>
              <p:nvPr/>
            </p:nvSpPr>
            <p:spPr>
              <a:xfrm>
                <a:off x="7782100" y="15757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7"/>
              <p:cNvSpPr/>
              <p:nvPr/>
            </p:nvSpPr>
            <p:spPr>
              <a:xfrm>
                <a:off x="7408100" y="75945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7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7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7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3" name="Google Shape;1973;p17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7"/>
            <p:cNvSpPr/>
            <p:nvPr/>
          </p:nvSpPr>
          <p:spPr>
            <a:xfrm flipH="1">
              <a:off x="1802425" y="3097413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5" name="Google Shape;1975;p17"/>
          <p:cNvSpPr txBox="1">
            <a:spLocks noGrp="1"/>
          </p:cNvSpPr>
          <p:nvPr>
            <p:ph type="title"/>
          </p:nvPr>
        </p:nvSpPr>
        <p:spPr>
          <a:xfrm>
            <a:off x="2452300" y="2153438"/>
            <a:ext cx="4239300" cy="11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76" name="Google Shape;1976;p17"/>
          <p:cNvSpPr txBox="1">
            <a:spLocks noGrp="1"/>
          </p:cNvSpPr>
          <p:nvPr>
            <p:ph type="subTitle" idx="1"/>
          </p:nvPr>
        </p:nvSpPr>
        <p:spPr>
          <a:xfrm>
            <a:off x="3249150" y="3289850"/>
            <a:ext cx="2645700" cy="52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77" name="Google Shape;1977;p17"/>
          <p:cNvSpPr txBox="1">
            <a:spLocks noGrp="1"/>
          </p:cNvSpPr>
          <p:nvPr>
            <p:ph type="title" idx="2" hasCustomPrompt="1"/>
          </p:nvPr>
        </p:nvSpPr>
        <p:spPr>
          <a:xfrm>
            <a:off x="2452300" y="1327763"/>
            <a:ext cx="4239300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2057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18"/>
          <p:cNvGrpSpPr/>
          <p:nvPr/>
        </p:nvGrpSpPr>
        <p:grpSpPr>
          <a:xfrm rot="10800000" flipH="1">
            <a:off x="-1679463" y="56716"/>
            <a:ext cx="11856973" cy="3949123"/>
            <a:chOff x="-1895475" y="2684875"/>
            <a:chExt cx="9813750" cy="3268600"/>
          </a:xfrm>
        </p:grpSpPr>
        <p:sp>
          <p:nvSpPr>
            <p:cNvPr id="1980" name="Google Shape;1980;p18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8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8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8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8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8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8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8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8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8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8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8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8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8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8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8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8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8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8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8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8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8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8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8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8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8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8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8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8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8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8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8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8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8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18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015" name="Google Shape;2015;p18"/>
            <p:cNvSpPr/>
            <p:nvPr/>
          </p:nvSpPr>
          <p:spPr>
            <a:xfrm>
              <a:off x="6727846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8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8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8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8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8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8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2" name="Google Shape;2022;p18"/>
          <p:cNvGrpSpPr/>
          <p:nvPr/>
        </p:nvGrpSpPr>
        <p:grpSpPr>
          <a:xfrm rot="5400000">
            <a:off x="216204" y="1071934"/>
            <a:ext cx="775202" cy="232405"/>
            <a:chOff x="8333950" y="1178400"/>
            <a:chExt cx="521600" cy="156375"/>
          </a:xfrm>
        </p:grpSpPr>
        <p:sp>
          <p:nvSpPr>
            <p:cNvPr id="2023" name="Google Shape;2023;p18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8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8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8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8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8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8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8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8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8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8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8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8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8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8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8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8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8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8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8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8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8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8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8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8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8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8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8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8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8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8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8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8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8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8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8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8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8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8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8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8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8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8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8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8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8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8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8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8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8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18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8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18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18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18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8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18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8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8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8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8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8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8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8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8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8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8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8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8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8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8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8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8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8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8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8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8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8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8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8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8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8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8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8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7" name="Google Shape;2107;p18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08" name="Google Shape;2108;p18"/>
          <p:cNvSpPr txBox="1">
            <a:spLocks noGrp="1"/>
          </p:cNvSpPr>
          <p:nvPr>
            <p:ph type="subTitle" idx="1"/>
          </p:nvPr>
        </p:nvSpPr>
        <p:spPr>
          <a:xfrm>
            <a:off x="16038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09" name="Google Shape;2109;p18"/>
          <p:cNvSpPr txBox="1">
            <a:spLocks noGrp="1"/>
          </p:cNvSpPr>
          <p:nvPr>
            <p:ph type="subTitle" idx="2"/>
          </p:nvPr>
        </p:nvSpPr>
        <p:spPr>
          <a:xfrm>
            <a:off x="16038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18"/>
          <p:cNvSpPr txBox="1">
            <a:spLocks noGrp="1"/>
          </p:cNvSpPr>
          <p:nvPr>
            <p:ph type="subTitle" idx="3"/>
          </p:nvPr>
        </p:nvSpPr>
        <p:spPr>
          <a:xfrm>
            <a:off x="6291300" y="352530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1" name="Google Shape;2111;p18"/>
          <p:cNvSpPr txBox="1">
            <a:spLocks noGrp="1"/>
          </p:cNvSpPr>
          <p:nvPr>
            <p:ph type="subTitle" idx="4"/>
          </p:nvPr>
        </p:nvSpPr>
        <p:spPr>
          <a:xfrm>
            <a:off x="6291300" y="3945003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18"/>
          <p:cNvSpPr txBox="1">
            <a:spLocks noGrp="1"/>
          </p:cNvSpPr>
          <p:nvPr>
            <p:ph type="subTitle" idx="5"/>
          </p:nvPr>
        </p:nvSpPr>
        <p:spPr>
          <a:xfrm>
            <a:off x="16038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3" name="Google Shape;2113;p18"/>
          <p:cNvSpPr txBox="1">
            <a:spLocks noGrp="1"/>
          </p:cNvSpPr>
          <p:nvPr>
            <p:ph type="subTitle" idx="6"/>
          </p:nvPr>
        </p:nvSpPr>
        <p:spPr>
          <a:xfrm>
            <a:off x="16038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14" name="Google Shape;2114;p18"/>
          <p:cNvSpPr txBox="1">
            <a:spLocks noGrp="1"/>
          </p:cNvSpPr>
          <p:nvPr>
            <p:ph type="subTitle" idx="7"/>
          </p:nvPr>
        </p:nvSpPr>
        <p:spPr>
          <a:xfrm>
            <a:off x="6291300" y="1762075"/>
            <a:ext cx="21327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15" name="Google Shape;2115;p18"/>
          <p:cNvSpPr txBox="1">
            <a:spLocks noGrp="1"/>
          </p:cNvSpPr>
          <p:nvPr>
            <p:ph type="subTitle" idx="8"/>
          </p:nvPr>
        </p:nvSpPr>
        <p:spPr>
          <a:xfrm>
            <a:off x="6291300" y="2181698"/>
            <a:ext cx="21327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38517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7" name="Google Shape;2117;p19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118" name="Google Shape;2118;p19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9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9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9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9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9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9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9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9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9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9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9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9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9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9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9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9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9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9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9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9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9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9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9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9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9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9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9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9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9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9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9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9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9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19"/>
          <p:cNvGrpSpPr/>
          <p:nvPr/>
        </p:nvGrpSpPr>
        <p:grpSpPr>
          <a:xfrm>
            <a:off x="130100" y="231222"/>
            <a:ext cx="8349741" cy="4845464"/>
            <a:chOff x="3723896" y="3205574"/>
            <a:chExt cx="3205152" cy="1859992"/>
          </a:xfrm>
        </p:grpSpPr>
        <p:sp>
          <p:nvSpPr>
            <p:cNvPr id="2153" name="Google Shape;2153;p19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9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9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9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9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9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19"/>
          <p:cNvGrpSpPr/>
          <p:nvPr/>
        </p:nvGrpSpPr>
        <p:grpSpPr>
          <a:xfrm>
            <a:off x="8625536" y="540004"/>
            <a:ext cx="295201" cy="1173378"/>
            <a:chOff x="6860300" y="2466325"/>
            <a:chExt cx="365800" cy="1454000"/>
          </a:xfrm>
        </p:grpSpPr>
        <p:sp>
          <p:nvSpPr>
            <p:cNvPr id="2160" name="Google Shape;2160;p19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9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9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9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9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9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9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9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9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9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9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9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9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9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9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9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9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9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9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9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9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9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9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9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9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9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9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9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9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9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9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9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9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9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9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9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9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9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9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9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9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9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9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9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9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9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9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9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9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9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9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9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9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3" name="Google Shape;2213;p19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4" name="Google Shape;2214;p19"/>
          <p:cNvSpPr txBox="1">
            <a:spLocks noGrp="1"/>
          </p:cNvSpPr>
          <p:nvPr>
            <p:ph type="subTitle" idx="1"/>
          </p:nvPr>
        </p:nvSpPr>
        <p:spPr>
          <a:xfrm>
            <a:off x="7200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5" name="Google Shape;2215;p19"/>
          <p:cNvSpPr txBox="1">
            <a:spLocks noGrp="1"/>
          </p:cNvSpPr>
          <p:nvPr>
            <p:ph type="subTitle" idx="2"/>
          </p:nvPr>
        </p:nvSpPr>
        <p:spPr>
          <a:xfrm>
            <a:off x="7200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6" name="Google Shape;2216;p19"/>
          <p:cNvSpPr txBox="1">
            <a:spLocks noGrp="1"/>
          </p:cNvSpPr>
          <p:nvPr>
            <p:ph type="subTitle" idx="3"/>
          </p:nvPr>
        </p:nvSpPr>
        <p:spPr>
          <a:xfrm>
            <a:off x="357285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7" name="Google Shape;2217;p19"/>
          <p:cNvSpPr txBox="1">
            <a:spLocks noGrp="1"/>
          </p:cNvSpPr>
          <p:nvPr>
            <p:ph type="subTitle" idx="4"/>
          </p:nvPr>
        </p:nvSpPr>
        <p:spPr>
          <a:xfrm>
            <a:off x="357285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18" name="Google Shape;2218;p19"/>
          <p:cNvSpPr txBox="1">
            <a:spLocks noGrp="1"/>
          </p:cNvSpPr>
          <p:nvPr>
            <p:ph type="subTitle" idx="5"/>
          </p:nvPr>
        </p:nvSpPr>
        <p:spPr>
          <a:xfrm>
            <a:off x="6425700" y="3591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9" name="Google Shape;2219;p19"/>
          <p:cNvSpPr txBox="1">
            <a:spLocks noGrp="1"/>
          </p:cNvSpPr>
          <p:nvPr>
            <p:ph type="subTitle" idx="6"/>
          </p:nvPr>
        </p:nvSpPr>
        <p:spPr>
          <a:xfrm>
            <a:off x="642570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0" name="Google Shape;2220;p19"/>
          <p:cNvSpPr txBox="1">
            <a:spLocks noGrp="1"/>
          </p:cNvSpPr>
          <p:nvPr>
            <p:ph type="subTitle" idx="7"/>
          </p:nvPr>
        </p:nvSpPr>
        <p:spPr>
          <a:xfrm>
            <a:off x="7200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1" name="Google Shape;2221;p19"/>
          <p:cNvSpPr txBox="1">
            <a:spLocks noGrp="1"/>
          </p:cNvSpPr>
          <p:nvPr>
            <p:ph type="subTitle" idx="8"/>
          </p:nvPr>
        </p:nvSpPr>
        <p:spPr>
          <a:xfrm>
            <a:off x="7200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2" name="Google Shape;2222;p19"/>
          <p:cNvSpPr txBox="1">
            <a:spLocks noGrp="1"/>
          </p:cNvSpPr>
          <p:nvPr>
            <p:ph type="subTitle" idx="9"/>
          </p:nvPr>
        </p:nvSpPr>
        <p:spPr>
          <a:xfrm>
            <a:off x="357285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3" name="Google Shape;2223;p19"/>
          <p:cNvSpPr txBox="1">
            <a:spLocks noGrp="1"/>
          </p:cNvSpPr>
          <p:nvPr>
            <p:ph type="subTitle" idx="13"/>
          </p:nvPr>
        </p:nvSpPr>
        <p:spPr>
          <a:xfrm>
            <a:off x="357285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24" name="Google Shape;2224;p19"/>
          <p:cNvSpPr txBox="1">
            <a:spLocks noGrp="1"/>
          </p:cNvSpPr>
          <p:nvPr>
            <p:ph type="subTitle" idx="14"/>
          </p:nvPr>
        </p:nvSpPr>
        <p:spPr>
          <a:xfrm>
            <a:off x="64257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5" name="Google Shape;2225;p19"/>
          <p:cNvSpPr txBox="1">
            <a:spLocks noGrp="1"/>
          </p:cNvSpPr>
          <p:nvPr>
            <p:ph type="subTitle" idx="15"/>
          </p:nvPr>
        </p:nvSpPr>
        <p:spPr>
          <a:xfrm>
            <a:off x="6425700" y="2230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08283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7" name="Google Shape;2227;p20"/>
          <p:cNvGrpSpPr/>
          <p:nvPr/>
        </p:nvGrpSpPr>
        <p:grpSpPr>
          <a:xfrm>
            <a:off x="-1974538" y="1194366"/>
            <a:ext cx="11856973" cy="3949123"/>
            <a:chOff x="-1895475" y="2684875"/>
            <a:chExt cx="9813750" cy="3268600"/>
          </a:xfrm>
        </p:grpSpPr>
        <p:sp>
          <p:nvSpPr>
            <p:cNvPr id="2228" name="Google Shape;2228;p20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0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0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0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0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0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0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0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0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0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0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0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0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0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0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0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0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0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0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0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0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0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0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0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0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0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0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0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0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0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0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0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0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0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2" name="Google Shape;2262;p20"/>
          <p:cNvGrpSpPr/>
          <p:nvPr/>
        </p:nvGrpSpPr>
        <p:grpSpPr>
          <a:xfrm>
            <a:off x="130100" y="231222"/>
            <a:ext cx="8839635" cy="4845464"/>
            <a:chOff x="3723896" y="3205574"/>
            <a:chExt cx="3393204" cy="1859992"/>
          </a:xfrm>
        </p:grpSpPr>
        <p:sp>
          <p:nvSpPr>
            <p:cNvPr id="2263" name="Google Shape;2263;p20"/>
            <p:cNvSpPr/>
            <p:nvPr/>
          </p:nvSpPr>
          <p:spPr>
            <a:xfrm>
              <a:off x="6903348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0"/>
            <p:cNvSpPr/>
            <p:nvPr/>
          </p:nvSpPr>
          <p:spPr>
            <a:xfrm>
              <a:off x="4103159" y="4902359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0"/>
            <p:cNvSpPr/>
            <p:nvPr/>
          </p:nvSpPr>
          <p:spPr>
            <a:xfrm>
              <a:off x="465596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0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0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0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0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0" name="Google Shape;2270;p20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1975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2" name="Google Shape;2272;p21"/>
          <p:cNvGrpSpPr/>
          <p:nvPr/>
        </p:nvGrpSpPr>
        <p:grpSpPr>
          <a:xfrm flipH="1">
            <a:off x="-907738" y="203766"/>
            <a:ext cx="11856973" cy="3949123"/>
            <a:chOff x="-1895475" y="2684875"/>
            <a:chExt cx="9813750" cy="3268600"/>
          </a:xfrm>
        </p:grpSpPr>
        <p:sp>
          <p:nvSpPr>
            <p:cNvPr id="2273" name="Google Shape;2273;p21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1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1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1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1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1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1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1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1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1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1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1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1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1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1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1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1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1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1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1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1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1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1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1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1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1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1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1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21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21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1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1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1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1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21"/>
          <p:cNvGrpSpPr/>
          <p:nvPr/>
        </p:nvGrpSpPr>
        <p:grpSpPr>
          <a:xfrm>
            <a:off x="88219" y="231223"/>
            <a:ext cx="8167047" cy="4827641"/>
            <a:chOff x="88219" y="231223"/>
            <a:chExt cx="8167047" cy="4827641"/>
          </a:xfrm>
        </p:grpSpPr>
        <p:sp>
          <p:nvSpPr>
            <p:cNvPr id="2308" name="Google Shape;2308;p21"/>
            <p:cNvSpPr/>
            <p:nvPr/>
          </p:nvSpPr>
          <p:spPr>
            <a:xfrm>
              <a:off x="3078889" y="5002334"/>
              <a:ext cx="66951" cy="56531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21"/>
            <p:cNvSpPr/>
            <p:nvPr/>
          </p:nvSpPr>
          <p:spPr>
            <a:xfrm>
              <a:off x="4293094" y="9000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1"/>
            <p:cNvSpPr/>
            <p:nvPr/>
          </p:nvSpPr>
          <p:spPr>
            <a:xfrm>
              <a:off x="7442415" y="4029642"/>
              <a:ext cx="74376" cy="65518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1"/>
            <p:cNvSpPr/>
            <p:nvPr/>
          </p:nvSpPr>
          <p:spPr>
            <a:xfrm>
              <a:off x="8180890" y="231223"/>
              <a:ext cx="74376" cy="65453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1"/>
            <p:cNvSpPr/>
            <p:nvPr/>
          </p:nvSpPr>
          <p:spPr>
            <a:xfrm>
              <a:off x="6723950" y="1348468"/>
              <a:ext cx="74441" cy="63955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1"/>
            <p:cNvSpPr/>
            <p:nvPr/>
          </p:nvSpPr>
          <p:spPr>
            <a:xfrm>
              <a:off x="88219" y="3273764"/>
              <a:ext cx="67016" cy="56531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4" name="Google Shape;2314;p21"/>
          <p:cNvGrpSpPr/>
          <p:nvPr/>
        </p:nvGrpSpPr>
        <p:grpSpPr>
          <a:xfrm rot="10800000">
            <a:off x="0" y="-12"/>
            <a:ext cx="2870775" cy="1500388"/>
            <a:chOff x="380450" y="3097413"/>
            <a:chExt cx="2870775" cy="1500388"/>
          </a:xfrm>
        </p:grpSpPr>
        <p:grpSp>
          <p:nvGrpSpPr>
            <p:cNvPr id="2315" name="Google Shape;2315;p21"/>
            <p:cNvGrpSpPr/>
            <p:nvPr/>
          </p:nvGrpSpPr>
          <p:grpSpPr>
            <a:xfrm flipH="1">
              <a:off x="1003325" y="3435363"/>
              <a:ext cx="2247900" cy="1162438"/>
              <a:chOff x="6722300" y="92425"/>
              <a:chExt cx="2247900" cy="1162438"/>
            </a:xfrm>
          </p:grpSpPr>
          <p:sp>
            <p:nvSpPr>
              <p:cNvPr id="2316" name="Google Shape;2316;p21"/>
              <p:cNvSpPr/>
              <p:nvPr/>
            </p:nvSpPr>
            <p:spPr>
              <a:xfrm>
                <a:off x="7710875" y="1033700"/>
                <a:ext cx="78000" cy="7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21"/>
              <p:cNvSpPr/>
              <p:nvPr/>
            </p:nvSpPr>
            <p:spPr>
              <a:xfrm>
                <a:off x="6813525" y="924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21"/>
              <p:cNvSpPr/>
              <p:nvPr/>
            </p:nvSpPr>
            <p:spPr>
              <a:xfrm>
                <a:off x="7782100" y="15757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21"/>
              <p:cNvSpPr/>
              <p:nvPr/>
            </p:nvSpPr>
            <p:spPr>
              <a:xfrm>
                <a:off x="7408100" y="75945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21"/>
              <p:cNvSpPr/>
              <p:nvPr/>
            </p:nvSpPr>
            <p:spPr>
              <a:xfrm>
                <a:off x="8331550" y="535225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21"/>
              <p:cNvSpPr/>
              <p:nvPr/>
            </p:nvSpPr>
            <p:spPr>
              <a:xfrm>
                <a:off x="8931800" y="695300"/>
                <a:ext cx="38400" cy="3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21"/>
              <p:cNvSpPr/>
              <p:nvPr/>
            </p:nvSpPr>
            <p:spPr>
              <a:xfrm>
                <a:off x="6722300" y="1000163"/>
                <a:ext cx="254700" cy="25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3" name="Google Shape;2323;p21"/>
            <p:cNvSpPr/>
            <p:nvPr/>
          </p:nvSpPr>
          <p:spPr>
            <a:xfrm flipH="1">
              <a:off x="380450" y="3576550"/>
              <a:ext cx="254700" cy="254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1"/>
            <p:cNvSpPr/>
            <p:nvPr/>
          </p:nvSpPr>
          <p:spPr>
            <a:xfrm flipH="1">
              <a:off x="1802425" y="3097413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5" name="Google Shape;2325;p21"/>
          <p:cNvSpPr/>
          <p:nvPr/>
        </p:nvSpPr>
        <p:spPr>
          <a:xfrm rot="10800000" flipH="1">
            <a:off x="8153626" y="3989815"/>
            <a:ext cx="1690724" cy="1691361"/>
          </a:xfrm>
          <a:custGeom>
            <a:avLst/>
            <a:gdLst/>
            <a:ahLst/>
            <a:cxnLst/>
            <a:rect l="l" t="t" r="r" b="b"/>
            <a:pathLst>
              <a:path w="61059" h="61082" extrusionOk="0">
                <a:moveTo>
                  <a:pt x="30541" y="1"/>
                </a:moveTo>
                <a:cubicBezTo>
                  <a:pt x="13673" y="1"/>
                  <a:pt x="1" y="13673"/>
                  <a:pt x="1" y="30541"/>
                </a:cubicBezTo>
                <a:cubicBezTo>
                  <a:pt x="1" y="47409"/>
                  <a:pt x="13673" y="61081"/>
                  <a:pt x="30541" y="61081"/>
                </a:cubicBezTo>
                <a:cubicBezTo>
                  <a:pt x="47386" y="61081"/>
                  <a:pt x="61058" y="47409"/>
                  <a:pt x="61058" y="30541"/>
                </a:cubicBezTo>
                <a:cubicBezTo>
                  <a:pt x="61058" y="13673"/>
                  <a:pt x="47386" y="1"/>
                  <a:pt x="3054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6" name="Google Shape;2326;p21"/>
          <p:cNvGrpSpPr/>
          <p:nvPr/>
        </p:nvGrpSpPr>
        <p:grpSpPr>
          <a:xfrm>
            <a:off x="720000" y="4597500"/>
            <a:ext cx="3325675" cy="12000"/>
            <a:chOff x="4016850" y="529025"/>
            <a:chExt cx="3325675" cy="12000"/>
          </a:xfrm>
        </p:grpSpPr>
        <p:sp>
          <p:nvSpPr>
            <p:cNvPr id="2327" name="Google Shape;2327;p21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1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1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0" name="Google Shape;2330;p21"/>
          <p:cNvGrpSpPr/>
          <p:nvPr/>
        </p:nvGrpSpPr>
        <p:grpSpPr>
          <a:xfrm>
            <a:off x="7739306" y="4310898"/>
            <a:ext cx="892127" cy="298607"/>
            <a:chOff x="8432675" y="2101675"/>
            <a:chExt cx="567800" cy="190050"/>
          </a:xfrm>
        </p:grpSpPr>
        <p:sp>
          <p:nvSpPr>
            <p:cNvPr id="2331" name="Google Shape;2331;p21"/>
            <p:cNvSpPr/>
            <p:nvPr/>
          </p:nvSpPr>
          <p:spPr>
            <a:xfrm>
              <a:off x="8551950" y="21113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14" y="123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1"/>
            <p:cNvSpPr/>
            <p:nvPr/>
          </p:nvSpPr>
          <p:spPr>
            <a:xfrm>
              <a:off x="8561650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1"/>
            <p:cNvSpPr/>
            <p:nvPr/>
          </p:nvSpPr>
          <p:spPr>
            <a:xfrm>
              <a:off x="8571350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1"/>
            <p:cNvSpPr/>
            <p:nvPr/>
          </p:nvSpPr>
          <p:spPr>
            <a:xfrm>
              <a:off x="8581625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1"/>
            <p:cNvSpPr/>
            <p:nvPr/>
          </p:nvSpPr>
          <p:spPr>
            <a:xfrm>
              <a:off x="8591325" y="2108525"/>
              <a:ext cx="3450" cy="35425"/>
            </a:xfrm>
            <a:custGeom>
              <a:avLst/>
              <a:gdLst/>
              <a:ahLst/>
              <a:cxnLst/>
              <a:rect l="l" t="t" r="r" b="b"/>
              <a:pathLst>
                <a:path w="138" h="1417" extrusionOk="0">
                  <a:moveTo>
                    <a:pt x="0" y="1"/>
                  </a:moveTo>
                  <a:lnTo>
                    <a:pt x="0" y="1416"/>
                  </a:lnTo>
                  <a:lnTo>
                    <a:pt x="137" y="1416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1"/>
            <p:cNvSpPr/>
            <p:nvPr/>
          </p:nvSpPr>
          <p:spPr>
            <a:xfrm>
              <a:off x="860157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1"/>
            <p:cNvSpPr/>
            <p:nvPr/>
          </p:nvSpPr>
          <p:spPr>
            <a:xfrm>
              <a:off x="8611300" y="210852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1"/>
            <p:cNvSpPr/>
            <p:nvPr/>
          </p:nvSpPr>
          <p:spPr>
            <a:xfrm>
              <a:off x="8621550" y="2115950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15" y="914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1"/>
            <p:cNvSpPr/>
            <p:nvPr/>
          </p:nvSpPr>
          <p:spPr>
            <a:xfrm>
              <a:off x="86312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4" y="1370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1"/>
            <p:cNvSpPr/>
            <p:nvPr/>
          </p:nvSpPr>
          <p:spPr>
            <a:xfrm>
              <a:off x="8640950" y="2113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1"/>
            <p:cNvSpPr/>
            <p:nvPr/>
          </p:nvSpPr>
          <p:spPr>
            <a:xfrm>
              <a:off x="8651225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1"/>
            <p:cNvSpPr/>
            <p:nvPr/>
          </p:nvSpPr>
          <p:spPr>
            <a:xfrm>
              <a:off x="8660925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1"/>
            <p:cNvSpPr/>
            <p:nvPr/>
          </p:nvSpPr>
          <p:spPr>
            <a:xfrm>
              <a:off x="8671200" y="21113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15" y="1234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1"/>
            <p:cNvSpPr/>
            <p:nvPr/>
          </p:nvSpPr>
          <p:spPr>
            <a:xfrm>
              <a:off x="8680900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1"/>
            <p:cNvSpPr/>
            <p:nvPr/>
          </p:nvSpPr>
          <p:spPr>
            <a:xfrm>
              <a:off x="8690600" y="2108525"/>
              <a:ext cx="3450" cy="35425"/>
            </a:xfrm>
            <a:custGeom>
              <a:avLst/>
              <a:gdLst/>
              <a:ahLst/>
              <a:cxnLst/>
              <a:rect l="l" t="t" r="r" b="b"/>
              <a:pathLst>
                <a:path w="138" h="1417" extrusionOk="0">
                  <a:moveTo>
                    <a:pt x="1" y="1"/>
                  </a:moveTo>
                  <a:lnTo>
                    <a:pt x="1" y="1416"/>
                  </a:lnTo>
                  <a:lnTo>
                    <a:pt x="138" y="1416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1"/>
            <p:cNvSpPr/>
            <p:nvPr/>
          </p:nvSpPr>
          <p:spPr>
            <a:xfrm>
              <a:off x="870087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1"/>
            <p:cNvSpPr/>
            <p:nvPr/>
          </p:nvSpPr>
          <p:spPr>
            <a:xfrm>
              <a:off x="8710575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1"/>
            <p:cNvSpPr/>
            <p:nvPr/>
          </p:nvSpPr>
          <p:spPr>
            <a:xfrm>
              <a:off x="8720850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1"/>
            <p:cNvSpPr/>
            <p:nvPr/>
          </p:nvSpPr>
          <p:spPr>
            <a:xfrm>
              <a:off x="87305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1"/>
            <p:cNvSpPr/>
            <p:nvPr/>
          </p:nvSpPr>
          <p:spPr>
            <a:xfrm>
              <a:off x="8740825" y="2113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14" y="10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1"/>
            <p:cNvSpPr/>
            <p:nvPr/>
          </p:nvSpPr>
          <p:spPr>
            <a:xfrm>
              <a:off x="8754525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1"/>
            <p:cNvSpPr/>
            <p:nvPr/>
          </p:nvSpPr>
          <p:spPr>
            <a:xfrm>
              <a:off x="8764225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1"/>
            <p:cNvSpPr/>
            <p:nvPr/>
          </p:nvSpPr>
          <p:spPr>
            <a:xfrm>
              <a:off x="8774500" y="2111375"/>
              <a:ext cx="2875" cy="30850"/>
            </a:xfrm>
            <a:custGeom>
              <a:avLst/>
              <a:gdLst/>
              <a:ahLst/>
              <a:cxnLst/>
              <a:rect l="l" t="t" r="r" b="b"/>
              <a:pathLst>
                <a:path w="115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14" y="123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1"/>
            <p:cNvSpPr/>
            <p:nvPr/>
          </p:nvSpPr>
          <p:spPr>
            <a:xfrm>
              <a:off x="8784200" y="21016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1"/>
            <p:cNvSpPr/>
            <p:nvPr/>
          </p:nvSpPr>
          <p:spPr>
            <a:xfrm>
              <a:off x="8793900" y="2108525"/>
              <a:ext cx="3450" cy="35425"/>
            </a:xfrm>
            <a:custGeom>
              <a:avLst/>
              <a:gdLst/>
              <a:ahLst/>
              <a:cxnLst/>
              <a:rect l="l" t="t" r="r" b="b"/>
              <a:pathLst>
                <a:path w="138" h="1417" extrusionOk="0">
                  <a:moveTo>
                    <a:pt x="0" y="1"/>
                  </a:moveTo>
                  <a:lnTo>
                    <a:pt x="0" y="1416"/>
                  </a:lnTo>
                  <a:lnTo>
                    <a:pt x="137" y="1416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1"/>
            <p:cNvSpPr/>
            <p:nvPr/>
          </p:nvSpPr>
          <p:spPr>
            <a:xfrm>
              <a:off x="8804150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1"/>
            <p:cNvSpPr/>
            <p:nvPr/>
          </p:nvSpPr>
          <p:spPr>
            <a:xfrm>
              <a:off x="88138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4" y="1370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1"/>
            <p:cNvSpPr/>
            <p:nvPr/>
          </p:nvSpPr>
          <p:spPr>
            <a:xfrm>
              <a:off x="882412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1"/>
            <p:cNvSpPr/>
            <p:nvPr/>
          </p:nvSpPr>
          <p:spPr>
            <a:xfrm>
              <a:off x="8833825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1"/>
            <p:cNvSpPr/>
            <p:nvPr/>
          </p:nvSpPr>
          <p:spPr>
            <a:xfrm>
              <a:off x="8844100" y="2113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15" y="1027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1"/>
            <p:cNvSpPr/>
            <p:nvPr/>
          </p:nvSpPr>
          <p:spPr>
            <a:xfrm>
              <a:off x="8853800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1"/>
            <p:cNvSpPr/>
            <p:nvPr/>
          </p:nvSpPr>
          <p:spPr>
            <a:xfrm>
              <a:off x="8863500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1"/>
            <p:cNvSpPr/>
            <p:nvPr/>
          </p:nvSpPr>
          <p:spPr>
            <a:xfrm>
              <a:off x="8873775" y="211137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1"/>
            <p:cNvSpPr/>
            <p:nvPr/>
          </p:nvSpPr>
          <p:spPr>
            <a:xfrm>
              <a:off x="8883475" y="21016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3"/>
                  </a:lnTo>
                  <a:lnTo>
                    <a:pt x="183" y="187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1"/>
            <p:cNvSpPr/>
            <p:nvPr/>
          </p:nvSpPr>
          <p:spPr>
            <a:xfrm>
              <a:off x="8893750" y="2108525"/>
              <a:ext cx="2875" cy="35425"/>
            </a:xfrm>
            <a:custGeom>
              <a:avLst/>
              <a:gdLst/>
              <a:ahLst/>
              <a:cxnLst/>
              <a:rect l="l" t="t" r="r" b="b"/>
              <a:pathLst>
                <a:path w="115" h="1417" extrusionOk="0">
                  <a:moveTo>
                    <a:pt x="1" y="1"/>
                  </a:moveTo>
                  <a:lnTo>
                    <a:pt x="1" y="1416"/>
                  </a:lnTo>
                  <a:lnTo>
                    <a:pt x="115" y="1416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1"/>
            <p:cNvSpPr/>
            <p:nvPr/>
          </p:nvSpPr>
          <p:spPr>
            <a:xfrm>
              <a:off x="8903450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1"/>
            <p:cNvSpPr/>
            <p:nvPr/>
          </p:nvSpPr>
          <p:spPr>
            <a:xfrm>
              <a:off x="8913150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1"/>
            <p:cNvSpPr/>
            <p:nvPr/>
          </p:nvSpPr>
          <p:spPr>
            <a:xfrm>
              <a:off x="8923425" y="21159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1"/>
            <p:cNvSpPr/>
            <p:nvPr/>
          </p:nvSpPr>
          <p:spPr>
            <a:xfrm>
              <a:off x="8933125" y="210852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1"/>
            <p:cNvSpPr/>
            <p:nvPr/>
          </p:nvSpPr>
          <p:spPr>
            <a:xfrm>
              <a:off x="8943400" y="2113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1"/>
            <p:cNvSpPr/>
            <p:nvPr/>
          </p:nvSpPr>
          <p:spPr>
            <a:xfrm>
              <a:off x="8605575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1"/>
            <p:cNvSpPr/>
            <p:nvPr/>
          </p:nvSpPr>
          <p:spPr>
            <a:xfrm>
              <a:off x="8615275" y="21484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1"/>
            <p:cNvSpPr/>
            <p:nvPr/>
          </p:nvSpPr>
          <p:spPr>
            <a:xfrm>
              <a:off x="8625550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1"/>
            <p:cNvSpPr/>
            <p:nvPr/>
          </p:nvSpPr>
          <p:spPr>
            <a:xfrm>
              <a:off x="8635250" y="214847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1"/>
            <p:cNvSpPr/>
            <p:nvPr/>
          </p:nvSpPr>
          <p:spPr>
            <a:xfrm>
              <a:off x="8645525" y="2155900"/>
              <a:ext cx="2875" cy="34825"/>
            </a:xfrm>
            <a:custGeom>
              <a:avLst/>
              <a:gdLst/>
              <a:ahLst/>
              <a:cxnLst/>
              <a:rect l="l" t="t" r="r" b="b"/>
              <a:pathLst>
                <a:path w="115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15" y="139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1"/>
            <p:cNvSpPr/>
            <p:nvPr/>
          </p:nvSpPr>
          <p:spPr>
            <a:xfrm>
              <a:off x="8655225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1"/>
            <p:cNvSpPr/>
            <p:nvPr/>
          </p:nvSpPr>
          <p:spPr>
            <a:xfrm>
              <a:off x="8664925" y="215532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1"/>
            <p:cNvSpPr/>
            <p:nvPr/>
          </p:nvSpPr>
          <p:spPr>
            <a:xfrm>
              <a:off x="8675200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1"/>
            <p:cNvSpPr/>
            <p:nvPr/>
          </p:nvSpPr>
          <p:spPr>
            <a:xfrm>
              <a:off x="8684900" y="215532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1"/>
            <p:cNvSpPr/>
            <p:nvPr/>
          </p:nvSpPr>
          <p:spPr>
            <a:xfrm>
              <a:off x="8695175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37" y="1028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1"/>
            <p:cNvSpPr/>
            <p:nvPr/>
          </p:nvSpPr>
          <p:spPr>
            <a:xfrm>
              <a:off x="8704875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1"/>
            <p:cNvSpPr/>
            <p:nvPr/>
          </p:nvSpPr>
          <p:spPr>
            <a:xfrm>
              <a:off x="8715150" y="2148475"/>
              <a:ext cx="4000" cy="46825"/>
            </a:xfrm>
            <a:custGeom>
              <a:avLst/>
              <a:gdLst/>
              <a:ahLst/>
              <a:cxnLst/>
              <a:rect l="l" t="t" r="r" b="b"/>
              <a:pathLst>
                <a:path w="160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1"/>
            <p:cNvSpPr/>
            <p:nvPr/>
          </p:nvSpPr>
          <p:spPr>
            <a:xfrm>
              <a:off x="8724850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1"/>
            <p:cNvSpPr/>
            <p:nvPr/>
          </p:nvSpPr>
          <p:spPr>
            <a:xfrm>
              <a:off x="8734550" y="21484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1"/>
            <p:cNvSpPr/>
            <p:nvPr/>
          </p:nvSpPr>
          <p:spPr>
            <a:xfrm>
              <a:off x="8744825" y="215590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1"/>
            <p:cNvSpPr/>
            <p:nvPr/>
          </p:nvSpPr>
          <p:spPr>
            <a:xfrm>
              <a:off x="8754525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1"/>
            <p:cNvSpPr/>
            <p:nvPr/>
          </p:nvSpPr>
          <p:spPr>
            <a:xfrm>
              <a:off x="8764800" y="2155325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1"/>
            <p:cNvSpPr/>
            <p:nvPr/>
          </p:nvSpPr>
          <p:spPr>
            <a:xfrm>
              <a:off x="8774500" y="2162750"/>
              <a:ext cx="3425" cy="22850"/>
            </a:xfrm>
            <a:custGeom>
              <a:avLst/>
              <a:gdLst/>
              <a:ahLst/>
              <a:cxnLst/>
              <a:rect l="l" t="t" r="r" b="b"/>
              <a:pathLst>
                <a:path w="137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1"/>
            <p:cNvSpPr/>
            <p:nvPr/>
          </p:nvSpPr>
          <p:spPr>
            <a:xfrm>
              <a:off x="8784200" y="215532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1"/>
            <p:cNvSpPr/>
            <p:nvPr/>
          </p:nvSpPr>
          <p:spPr>
            <a:xfrm>
              <a:off x="8794450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38" y="1028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1"/>
            <p:cNvSpPr/>
            <p:nvPr/>
          </p:nvSpPr>
          <p:spPr>
            <a:xfrm>
              <a:off x="8888050" y="2155325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1"/>
            <p:cNvSpPr/>
            <p:nvPr/>
          </p:nvSpPr>
          <p:spPr>
            <a:xfrm>
              <a:off x="8897750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37" y="1028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1"/>
            <p:cNvSpPr/>
            <p:nvPr/>
          </p:nvSpPr>
          <p:spPr>
            <a:xfrm>
              <a:off x="8907450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1"/>
            <p:cNvSpPr/>
            <p:nvPr/>
          </p:nvSpPr>
          <p:spPr>
            <a:xfrm>
              <a:off x="8917725" y="214847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1"/>
            <p:cNvSpPr/>
            <p:nvPr/>
          </p:nvSpPr>
          <p:spPr>
            <a:xfrm>
              <a:off x="8927425" y="215875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1"/>
            <p:cNvSpPr/>
            <p:nvPr/>
          </p:nvSpPr>
          <p:spPr>
            <a:xfrm>
              <a:off x="8937700" y="2148475"/>
              <a:ext cx="4000" cy="46825"/>
            </a:xfrm>
            <a:custGeom>
              <a:avLst/>
              <a:gdLst/>
              <a:ahLst/>
              <a:cxnLst/>
              <a:rect l="l" t="t" r="r" b="b"/>
              <a:pathLst>
                <a:path w="160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1"/>
            <p:cNvSpPr/>
            <p:nvPr/>
          </p:nvSpPr>
          <p:spPr>
            <a:xfrm>
              <a:off x="8947400" y="215590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1"/>
            <p:cNvSpPr/>
            <p:nvPr/>
          </p:nvSpPr>
          <p:spPr>
            <a:xfrm>
              <a:off x="8957100" y="216275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1"/>
            <p:cNvSpPr/>
            <p:nvPr/>
          </p:nvSpPr>
          <p:spPr>
            <a:xfrm>
              <a:off x="8967375" y="215532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1"/>
            <p:cNvSpPr/>
            <p:nvPr/>
          </p:nvSpPr>
          <p:spPr>
            <a:xfrm>
              <a:off x="8977075" y="2162750"/>
              <a:ext cx="3425" cy="22850"/>
            </a:xfrm>
            <a:custGeom>
              <a:avLst/>
              <a:gdLst/>
              <a:ahLst/>
              <a:cxnLst/>
              <a:rect l="l" t="t" r="r" b="b"/>
              <a:pathLst>
                <a:path w="137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1"/>
            <p:cNvSpPr/>
            <p:nvPr/>
          </p:nvSpPr>
          <p:spPr>
            <a:xfrm>
              <a:off x="8987325" y="2155325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1"/>
            <p:cNvSpPr/>
            <p:nvPr/>
          </p:nvSpPr>
          <p:spPr>
            <a:xfrm>
              <a:off x="8997025" y="21610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38" y="1028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1"/>
            <p:cNvSpPr/>
            <p:nvPr/>
          </p:nvSpPr>
          <p:spPr>
            <a:xfrm>
              <a:off x="8432675" y="2208400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1"/>
            <p:cNvSpPr/>
            <p:nvPr/>
          </p:nvSpPr>
          <p:spPr>
            <a:xfrm>
              <a:off x="8442375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1"/>
            <p:cNvSpPr/>
            <p:nvPr/>
          </p:nvSpPr>
          <p:spPr>
            <a:xfrm>
              <a:off x="845207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1"/>
            <p:cNvSpPr/>
            <p:nvPr/>
          </p:nvSpPr>
          <p:spPr>
            <a:xfrm>
              <a:off x="8462350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1"/>
            <p:cNvSpPr/>
            <p:nvPr/>
          </p:nvSpPr>
          <p:spPr>
            <a:xfrm>
              <a:off x="8472050" y="22055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2"/>
                  </a:lnTo>
                  <a:lnTo>
                    <a:pt x="138" y="139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1"/>
            <p:cNvSpPr/>
            <p:nvPr/>
          </p:nvSpPr>
          <p:spPr>
            <a:xfrm>
              <a:off x="848232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1"/>
            <p:cNvSpPr/>
            <p:nvPr/>
          </p:nvSpPr>
          <p:spPr>
            <a:xfrm>
              <a:off x="8492025" y="220497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1"/>
            <p:cNvSpPr/>
            <p:nvPr/>
          </p:nvSpPr>
          <p:spPr>
            <a:xfrm>
              <a:off x="8502300" y="2212400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1"/>
            <p:cNvSpPr/>
            <p:nvPr/>
          </p:nvSpPr>
          <p:spPr>
            <a:xfrm>
              <a:off x="8512000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1"/>
            <p:cNvSpPr/>
            <p:nvPr/>
          </p:nvSpPr>
          <p:spPr>
            <a:xfrm>
              <a:off x="8521700" y="2210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37" y="1028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1"/>
            <p:cNvSpPr/>
            <p:nvPr/>
          </p:nvSpPr>
          <p:spPr>
            <a:xfrm>
              <a:off x="853197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1"/>
            <p:cNvSpPr/>
            <p:nvPr/>
          </p:nvSpPr>
          <p:spPr>
            <a:xfrm>
              <a:off x="8541675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1"/>
            <p:cNvSpPr/>
            <p:nvPr/>
          </p:nvSpPr>
          <p:spPr>
            <a:xfrm>
              <a:off x="8551950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1"/>
            <p:cNvSpPr/>
            <p:nvPr/>
          </p:nvSpPr>
          <p:spPr>
            <a:xfrm>
              <a:off x="8561650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1"/>
            <p:cNvSpPr/>
            <p:nvPr/>
          </p:nvSpPr>
          <p:spPr>
            <a:xfrm>
              <a:off x="8571925" y="2205550"/>
              <a:ext cx="2875" cy="34825"/>
            </a:xfrm>
            <a:custGeom>
              <a:avLst/>
              <a:gdLst/>
              <a:ahLst/>
              <a:cxnLst/>
              <a:rect l="l" t="t" r="r" b="b"/>
              <a:pathLst>
                <a:path w="115" h="1393" extrusionOk="0">
                  <a:moveTo>
                    <a:pt x="0" y="0"/>
                  </a:moveTo>
                  <a:lnTo>
                    <a:pt x="0" y="1392"/>
                  </a:lnTo>
                  <a:lnTo>
                    <a:pt x="114" y="1392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1"/>
            <p:cNvSpPr/>
            <p:nvPr/>
          </p:nvSpPr>
          <p:spPr>
            <a:xfrm>
              <a:off x="858162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1"/>
            <p:cNvSpPr/>
            <p:nvPr/>
          </p:nvSpPr>
          <p:spPr>
            <a:xfrm>
              <a:off x="8591325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1"/>
            <p:cNvSpPr/>
            <p:nvPr/>
          </p:nvSpPr>
          <p:spPr>
            <a:xfrm>
              <a:off x="860157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1"/>
            <p:cNvSpPr/>
            <p:nvPr/>
          </p:nvSpPr>
          <p:spPr>
            <a:xfrm>
              <a:off x="8611300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1"/>
            <p:cNvSpPr/>
            <p:nvPr/>
          </p:nvSpPr>
          <p:spPr>
            <a:xfrm>
              <a:off x="8621550" y="2210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15" y="1028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1"/>
            <p:cNvSpPr/>
            <p:nvPr/>
          </p:nvSpPr>
          <p:spPr>
            <a:xfrm>
              <a:off x="8635250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1"/>
            <p:cNvSpPr/>
            <p:nvPr/>
          </p:nvSpPr>
          <p:spPr>
            <a:xfrm>
              <a:off x="8644950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1"/>
            <p:cNvSpPr/>
            <p:nvPr/>
          </p:nvSpPr>
          <p:spPr>
            <a:xfrm>
              <a:off x="865522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1"/>
            <p:cNvSpPr/>
            <p:nvPr/>
          </p:nvSpPr>
          <p:spPr>
            <a:xfrm>
              <a:off x="8664925" y="2198125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1"/>
            <p:cNvSpPr/>
            <p:nvPr/>
          </p:nvSpPr>
          <p:spPr>
            <a:xfrm>
              <a:off x="8675200" y="2205550"/>
              <a:ext cx="2875" cy="34825"/>
            </a:xfrm>
            <a:custGeom>
              <a:avLst/>
              <a:gdLst/>
              <a:ahLst/>
              <a:cxnLst/>
              <a:rect l="l" t="t" r="r" b="b"/>
              <a:pathLst>
                <a:path w="115" h="1393" extrusionOk="0">
                  <a:moveTo>
                    <a:pt x="0" y="0"/>
                  </a:moveTo>
                  <a:lnTo>
                    <a:pt x="0" y="1392"/>
                  </a:lnTo>
                  <a:lnTo>
                    <a:pt x="115" y="139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1"/>
            <p:cNvSpPr/>
            <p:nvPr/>
          </p:nvSpPr>
          <p:spPr>
            <a:xfrm>
              <a:off x="8684900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1"/>
            <p:cNvSpPr/>
            <p:nvPr/>
          </p:nvSpPr>
          <p:spPr>
            <a:xfrm>
              <a:off x="8694600" y="220497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1"/>
            <p:cNvSpPr/>
            <p:nvPr/>
          </p:nvSpPr>
          <p:spPr>
            <a:xfrm>
              <a:off x="8704875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1"/>
            <p:cNvSpPr/>
            <p:nvPr/>
          </p:nvSpPr>
          <p:spPr>
            <a:xfrm>
              <a:off x="8714575" y="2204975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1"/>
            <p:cNvSpPr/>
            <p:nvPr/>
          </p:nvSpPr>
          <p:spPr>
            <a:xfrm>
              <a:off x="8724850" y="2210675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114" y="1028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1"/>
            <p:cNvSpPr/>
            <p:nvPr/>
          </p:nvSpPr>
          <p:spPr>
            <a:xfrm>
              <a:off x="8734550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1"/>
            <p:cNvSpPr/>
            <p:nvPr/>
          </p:nvSpPr>
          <p:spPr>
            <a:xfrm>
              <a:off x="8744250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1"/>
            <p:cNvSpPr/>
            <p:nvPr/>
          </p:nvSpPr>
          <p:spPr>
            <a:xfrm>
              <a:off x="8754525" y="2208400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1"/>
            <p:cNvSpPr/>
            <p:nvPr/>
          </p:nvSpPr>
          <p:spPr>
            <a:xfrm>
              <a:off x="8764225" y="2198125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1"/>
            <p:cNvSpPr/>
            <p:nvPr/>
          </p:nvSpPr>
          <p:spPr>
            <a:xfrm>
              <a:off x="8774500" y="2205550"/>
              <a:ext cx="3425" cy="34825"/>
            </a:xfrm>
            <a:custGeom>
              <a:avLst/>
              <a:gdLst/>
              <a:ahLst/>
              <a:cxnLst/>
              <a:rect l="l" t="t" r="r" b="b"/>
              <a:pathLst>
                <a:path w="137" h="1393" extrusionOk="0">
                  <a:moveTo>
                    <a:pt x="0" y="0"/>
                  </a:moveTo>
                  <a:lnTo>
                    <a:pt x="0" y="1392"/>
                  </a:lnTo>
                  <a:lnTo>
                    <a:pt x="137" y="139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1"/>
            <p:cNvSpPr/>
            <p:nvPr/>
          </p:nvSpPr>
          <p:spPr>
            <a:xfrm>
              <a:off x="8784200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1"/>
            <p:cNvSpPr/>
            <p:nvPr/>
          </p:nvSpPr>
          <p:spPr>
            <a:xfrm>
              <a:off x="8794450" y="2204975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1"/>
            <p:cNvSpPr/>
            <p:nvPr/>
          </p:nvSpPr>
          <p:spPr>
            <a:xfrm>
              <a:off x="8804150" y="2212400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1"/>
            <p:cNvSpPr/>
            <p:nvPr/>
          </p:nvSpPr>
          <p:spPr>
            <a:xfrm>
              <a:off x="8813850" y="2204975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84" y="1393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1"/>
            <p:cNvSpPr/>
            <p:nvPr/>
          </p:nvSpPr>
          <p:spPr>
            <a:xfrm>
              <a:off x="8824125" y="221067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1"/>
                  </a:moveTo>
                  <a:lnTo>
                    <a:pt x="1" y="1028"/>
                  </a:lnTo>
                  <a:lnTo>
                    <a:pt x="138" y="1028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1"/>
            <p:cNvSpPr/>
            <p:nvPr/>
          </p:nvSpPr>
          <p:spPr>
            <a:xfrm>
              <a:off x="8828125" y="2251200"/>
              <a:ext cx="2875" cy="30825"/>
            </a:xfrm>
            <a:custGeom>
              <a:avLst/>
              <a:gdLst/>
              <a:ahLst/>
              <a:cxnLst/>
              <a:rect l="l" t="t" r="r" b="b"/>
              <a:pathLst>
                <a:path w="115" h="1233" extrusionOk="0">
                  <a:moveTo>
                    <a:pt x="1" y="0"/>
                  </a:moveTo>
                  <a:lnTo>
                    <a:pt x="1" y="1233"/>
                  </a:lnTo>
                  <a:lnTo>
                    <a:pt x="115" y="123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1"/>
            <p:cNvSpPr/>
            <p:nvPr/>
          </p:nvSpPr>
          <p:spPr>
            <a:xfrm>
              <a:off x="8816725" y="2245475"/>
              <a:ext cx="4575" cy="46250"/>
            </a:xfrm>
            <a:custGeom>
              <a:avLst/>
              <a:gdLst/>
              <a:ahLst/>
              <a:cxnLst/>
              <a:rect l="l" t="t" r="r" b="b"/>
              <a:pathLst>
                <a:path w="183" h="1850" extrusionOk="0">
                  <a:moveTo>
                    <a:pt x="0" y="1"/>
                  </a:moveTo>
                  <a:lnTo>
                    <a:pt x="0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1"/>
            <p:cNvSpPr/>
            <p:nvPr/>
          </p:nvSpPr>
          <p:spPr>
            <a:xfrm>
              <a:off x="8808150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1" y="0"/>
                  </a:moveTo>
                  <a:lnTo>
                    <a:pt x="1" y="1233"/>
                  </a:lnTo>
                  <a:lnTo>
                    <a:pt x="138" y="123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1"/>
            <p:cNvSpPr/>
            <p:nvPr/>
          </p:nvSpPr>
          <p:spPr>
            <a:xfrm>
              <a:off x="8796750" y="2245475"/>
              <a:ext cx="4575" cy="46250"/>
            </a:xfrm>
            <a:custGeom>
              <a:avLst/>
              <a:gdLst/>
              <a:ahLst/>
              <a:cxnLst/>
              <a:rect l="l" t="t" r="r" b="b"/>
              <a:pathLst>
                <a:path w="183" h="1850" extrusionOk="0">
                  <a:moveTo>
                    <a:pt x="0" y="1"/>
                  </a:moveTo>
                  <a:lnTo>
                    <a:pt x="0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1"/>
            <p:cNvSpPr/>
            <p:nvPr/>
          </p:nvSpPr>
          <p:spPr>
            <a:xfrm>
              <a:off x="8788175" y="22500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1"/>
            <p:cNvSpPr/>
            <p:nvPr/>
          </p:nvSpPr>
          <p:spPr>
            <a:xfrm>
              <a:off x="8777925" y="2255175"/>
              <a:ext cx="3425" cy="22850"/>
            </a:xfrm>
            <a:custGeom>
              <a:avLst/>
              <a:gdLst/>
              <a:ahLst/>
              <a:cxnLst/>
              <a:rect l="l" t="t" r="r" b="b"/>
              <a:pathLst>
                <a:path w="137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21"/>
            <p:cNvSpPr/>
            <p:nvPr/>
          </p:nvSpPr>
          <p:spPr>
            <a:xfrm>
              <a:off x="8767075" y="2250625"/>
              <a:ext cx="4575" cy="34250"/>
            </a:xfrm>
            <a:custGeom>
              <a:avLst/>
              <a:gdLst/>
              <a:ahLst/>
              <a:cxnLst/>
              <a:rect l="l" t="t" r="r" b="b"/>
              <a:pathLst>
                <a:path w="183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21"/>
            <p:cNvSpPr/>
            <p:nvPr/>
          </p:nvSpPr>
          <p:spPr>
            <a:xfrm>
              <a:off x="8758500" y="2255175"/>
              <a:ext cx="2900" cy="22850"/>
            </a:xfrm>
            <a:custGeom>
              <a:avLst/>
              <a:gdLst/>
              <a:ahLst/>
              <a:cxnLst/>
              <a:rect l="l" t="t" r="r" b="b"/>
              <a:pathLst>
                <a:path w="116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15" y="914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1"/>
            <p:cNvSpPr/>
            <p:nvPr/>
          </p:nvSpPr>
          <p:spPr>
            <a:xfrm>
              <a:off x="8747100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1"/>
            <p:cNvSpPr/>
            <p:nvPr/>
          </p:nvSpPr>
          <p:spPr>
            <a:xfrm>
              <a:off x="8738550" y="2254050"/>
              <a:ext cx="3425" cy="25700"/>
            </a:xfrm>
            <a:custGeom>
              <a:avLst/>
              <a:gdLst/>
              <a:ahLst/>
              <a:cxnLst/>
              <a:rect l="l" t="t" r="r" b="b"/>
              <a:pathLst>
                <a:path w="137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1"/>
            <p:cNvSpPr/>
            <p:nvPr/>
          </p:nvSpPr>
          <p:spPr>
            <a:xfrm>
              <a:off x="8728275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37" y="123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1"/>
            <p:cNvSpPr/>
            <p:nvPr/>
          </p:nvSpPr>
          <p:spPr>
            <a:xfrm>
              <a:off x="8717425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1"/>
            <p:cNvSpPr/>
            <p:nvPr/>
          </p:nvSpPr>
          <p:spPr>
            <a:xfrm>
              <a:off x="8708875" y="2251200"/>
              <a:ext cx="2875" cy="30825"/>
            </a:xfrm>
            <a:custGeom>
              <a:avLst/>
              <a:gdLst/>
              <a:ahLst/>
              <a:cxnLst/>
              <a:rect l="l" t="t" r="r" b="b"/>
              <a:pathLst>
                <a:path w="115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14" y="123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1"/>
            <p:cNvSpPr/>
            <p:nvPr/>
          </p:nvSpPr>
          <p:spPr>
            <a:xfrm>
              <a:off x="8697450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1"/>
            <p:cNvSpPr/>
            <p:nvPr/>
          </p:nvSpPr>
          <p:spPr>
            <a:xfrm>
              <a:off x="8688900" y="22500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1"/>
            <p:cNvSpPr/>
            <p:nvPr/>
          </p:nvSpPr>
          <p:spPr>
            <a:xfrm>
              <a:off x="8678625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1"/>
            <p:cNvSpPr/>
            <p:nvPr/>
          </p:nvSpPr>
          <p:spPr>
            <a:xfrm>
              <a:off x="8667775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1"/>
            <p:cNvSpPr/>
            <p:nvPr/>
          </p:nvSpPr>
          <p:spPr>
            <a:xfrm>
              <a:off x="8658650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1"/>
            <p:cNvSpPr/>
            <p:nvPr/>
          </p:nvSpPr>
          <p:spPr>
            <a:xfrm>
              <a:off x="8647800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1"/>
            <p:cNvSpPr/>
            <p:nvPr/>
          </p:nvSpPr>
          <p:spPr>
            <a:xfrm>
              <a:off x="8639250" y="2254050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15" y="1027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1"/>
            <p:cNvSpPr/>
            <p:nvPr/>
          </p:nvSpPr>
          <p:spPr>
            <a:xfrm>
              <a:off x="8544525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0" y="0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1"/>
            <p:cNvSpPr/>
            <p:nvPr/>
          </p:nvSpPr>
          <p:spPr>
            <a:xfrm>
              <a:off x="8535975" y="2254050"/>
              <a:ext cx="2875" cy="25700"/>
            </a:xfrm>
            <a:custGeom>
              <a:avLst/>
              <a:gdLst/>
              <a:ahLst/>
              <a:cxnLst/>
              <a:rect l="l" t="t" r="r" b="b"/>
              <a:pathLst>
                <a:path w="1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14" y="10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1"/>
            <p:cNvSpPr/>
            <p:nvPr/>
          </p:nvSpPr>
          <p:spPr>
            <a:xfrm>
              <a:off x="8525700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37" y="123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1"/>
            <p:cNvSpPr/>
            <p:nvPr/>
          </p:nvSpPr>
          <p:spPr>
            <a:xfrm>
              <a:off x="8514850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1"/>
            <p:cNvSpPr/>
            <p:nvPr/>
          </p:nvSpPr>
          <p:spPr>
            <a:xfrm>
              <a:off x="8505725" y="2251200"/>
              <a:ext cx="3450" cy="30825"/>
            </a:xfrm>
            <a:custGeom>
              <a:avLst/>
              <a:gdLst/>
              <a:ahLst/>
              <a:cxnLst/>
              <a:rect l="l" t="t" r="r" b="b"/>
              <a:pathLst>
                <a:path w="138" h="1233" extrusionOk="0">
                  <a:moveTo>
                    <a:pt x="0" y="0"/>
                  </a:moveTo>
                  <a:lnTo>
                    <a:pt x="0" y="1233"/>
                  </a:lnTo>
                  <a:lnTo>
                    <a:pt x="137" y="123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1"/>
            <p:cNvSpPr/>
            <p:nvPr/>
          </p:nvSpPr>
          <p:spPr>
            <a:xfrm>
              <a:off x="8494875" y="2245475"/>
              <a:ext cx="4600" cy="46250"/>
            </a:xfrm>
            <a:custGeom>
              <a:avLst/>
              <a:gdLst/>
              <a:ahLst/>
              <a:cxnLst/>
              <a:rect l="l" t="t" r="r" b="b"/>
              <a:pathLst>
                <a:path w="184" h="1850" extrusionOk="0">
                  <a:moveTo>
                    <a:pt x="1" y="1"/>
                  </a:moveTo>
                  <a:lnTo>
                    <a:pt x="1" y="1850"/>
                  </a:lnTo>
                  <a:lnTo>
                    <a:pt x="183" y="185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1"/>
            <p:cNvSpPr/>
            <p:nvPr/>
          </p:nvSpPr>
          <p:spPr>
            <a:xfrm>
              <a:off x="8485750" y="2250050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1"/>
            <p:cNvSpPr/>
            <p:nvPr/>
          </p:nvSpPr>
          <p:spPr>
            <a:xfrm>
              <a:off x="8476050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1"/>
            <p:cNvSpPr/>
            <p:nvPr/>
          </p:nvSpPr>
          <p:spPr>
            <a:xfrm>
              <a:off x="8465200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1"/>
            <p:cNvSpPr/>
            <p:nvPr/>
          </p:nvSpPr>
          <p:spPr>
            <a:xfrm>
              <a:off x="8456075" y="22551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1"/>
            <p:cNvSpPr/>
            <p:nvPr/>
          </p:nvSpPr>
          <p:spPr>
            <a:xfrm>
              <a:off x="8445225" y="2250625"/>
              <a:ext cx="4600" cy="34250"/>
            </a:xfrm>
            <a:custGeom>
              <a:avLst/>
              <a:gdLst/>
              <a:ahLst/>
              <a:cxnLst/>
              <a:rect l="l" t="t" r="r" b="b"/>
              <a:pathLst>
                <a:path w="184" h="1370" extrusionOk="0">
                  <a:moveTo>
                    <a:pt x="1" y="0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1"/>
            <p:cNvSpPr/>
            <p:nvPr/>
          </p:nvSpPr>
          <p:spPr>
            <a:xfrm>
              <a:off x="8436100" y="2254050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5" name="Google Shape;2475;p21"/>
          <p:cNvSpPr txBox="1">
            <a:spLocks noGrp="1"/>
          </p:cNvSpPr>
          <p:nvPr>
            <p:ph type="title" hasCustomPrompt="1"/>
          </p:nvPr>
        </p:nvSpPr>
        <p:spPr>
          <a:xfrm>
            <a:off x="720000" y="1770750"/>
            <a:ext cx="2031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4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2476" name="Google Shape;2476;p21"/>
          <p:cNvSpPr txBox="1">
            <a:spLocks noGrp="1"/>
          </p:cNvSpPr>
          <p:nvPr>
            <p:ph type="subTitle" idx="1"/>
          </p:nvPr>
        </p:nvSpPr>
        <p:spPr>
          <a:xfrm>
            <a:off x="720000" y="2760150"/>
            <a:ext cx="2031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7" name="Google Shape;2477;p21"/>
          <p:cNvSpPr txBox="1">
            <a:spLocks noGrp="1"/>
          </p:cNvSpPr>
          <p:nvPr>
            <p:ph type="title" idx="2" hasCustomPrompt="1"/>
          </p:nvPr>
        </p:nvSpPr>
        <p:spPr>
          <a:xfrm>
            <a:off x="3556500" y="1770750"/>
            <a:ext cx="2031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4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2478" name="Google Shape;2478;p21"/>
          <p:cNvSpPr txBox="1">
            <a:spLocks noGrp="1"/>
          </p:cNvSpPr>
          <p:nvPr>
            <p:ph type="subTitle" idx="3"/>
          </p:nvPr>
        </p:nvSpPr>
        <p:spPr>
          <a:xfrm>
            <a:off x="3556500" y="2760150"/>
            <a:ext cx="2031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9" name="Google Shape;2479;p21"/>
          <p:cNvSpPr txBox="1">
            <a:spLocks noGrp="1"/>
          </p:cNvSpPr>
          <p:nvPr>
            <p:ph type="title" idx="4" hasCustomPrompt="1"/>
          </p:nvPr>
        </p:nvSpPr>
        <p:spPr>
          <a:xfrm>
            <a:off x="6393000" y="1770750"/>
            <a:ext cx="20310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2480" name="Google Shape;2480;p21"/>
          <p:cNvSpPr txBox="1">
            <a:spLocks noGrp="1"/>
          </p:cNvSpPr>
          <p:nvPr>
            <p:ph type="subTitle" idx="5"/>
          </p:nvPr>
        </p:nvSpPr>
        <p:spPr>
          <a:xfrm>
            <a:off x="6393000" y="2760150"/>
            <a:ext cx="20310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1947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2" name="Google Shape;2482;p22"/>
          <p:cNvGrpSpPr/>
          <p:nvPr/>
        </p:nvGrpSpPr>
        <p:grpSpPr>
          <a:xfrm rot="10800000">
            <a:off x="-1069863" y="-19484"/>
            <a:ext cx="11856973" cy="3949123"/>
            <a:chOff x="-1895475" y="2684875"/>
            <a:chExt cx="9813750" cy="3268600"/>
          </a:xfrm>
        </p:grpSpPr>
        <p:sp>
          <p:nvSpPr>
            <p:cNvPr id="2483" name="Google Shape;2483;p22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2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2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2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2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2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2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2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2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2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2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2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2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2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2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2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2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2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2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2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2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2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22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22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2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2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2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2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2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2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2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22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22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2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22"/>
          <p:cNvGrpSpPr/>
          <p:nvPr/>
        </p:nvGrpSpPr>
        <p:grpSpPr>
          <a:xfrm flipH="1">
            <a:off x="399205" y="155022"/>
            <a:ext cx="8576082" cy="4845464"/>
            <a:chOff x="3490760" y="3205574"/>
            <a:chExt cx="3292036" cy="1859992"/>
          </a:xfrm>
        </p:grpSpPr>
        <p:sp>
          <p:nvSpPr>
            <p:cNvPr id="2518" name="Google Shape;2518;p22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2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2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2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2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2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2"/>
            <p:cNvSpPr/>
            <p:nvPr/>
          </p:nvSpPr>
          <p:spPr>
            <a:xfrm>
              <a:off x="5460197" y="406159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22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6" name="Google Shape;2526;p22"/>
          <p:cNvGrpSpPr/>
          <p:nvPr/>
        </p:nvGrpSpPr>
        <p:grpSpPr>
          <a:xfrm>
            <a:off x="719858" y="4603480"/>
            <a:ext cx="862570" cy="258597"/>
            <a:chOff x="8333950" y="1178400"/>
            <a:chExt cx="521600" cy="156375"/>
          </a:xfrm>
        </p:grpSpPr>
        <p:sp>
          <p:nvSpPr>
            <p:cNvPr id="2527" name="Google Shape;2527;p22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2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2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2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2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2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2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2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2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2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2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2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2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2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2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2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2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2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2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2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2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2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2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2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2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2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2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2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2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2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2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2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2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2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2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2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2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2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2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2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2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2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2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2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2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2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2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2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2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2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2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2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2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2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2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2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2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2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2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2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2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2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2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2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2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2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2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2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2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2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2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2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2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2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2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2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2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2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2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2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2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2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2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2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1" name="Google Shape;2611;p22"/>
          <p:cNvGrpSpPr/>
          <p:nvPr/>
        </p:nvGrpSpPr>
        <p:grpSpPr>
          <a:xfrm>
            <a:off x="6364450" y="4104150"/>
            <a:ext cx="2392375" cy="1046200"/>
            <a:chOff x="6364450" y="4104150"/>
            <a:chExt cx="2392375" cy="1046200"/>
          </a:xfrm>
        </p:grpSpPr>
        <p:sp>
          <p:nvSpPr>
            <p:cNvPr id="2612" name="Google Shape;2612;p22"/>
            <p:cNvSpPr/>
            <p:nvPr/>
          </p:nvSpPr>
          <p:spPr>
            <a:xfrm rot="10800000" flipH="1">
              <a:off x="6364450" y="4774000"/>
              <a:ext cx="38400" cy="38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2"/>
            <p:cNvSpPr/>
            <p:nvPr/>
          </p:nvSpPr>
          <p:spPr>
            <a:xfrm rot="10800000" flipH="1">
              <a:off x="8482725" y="4171125"/>
              <a:ext cx="38400" cy="38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2"/>
            <p:cNvSpPr/>
            <p:nvPr/>
          </p:nvSpPr>
          <p:spPr>
            <a:xfrm rot="10800000" flipH="1">
              <a:off x="7644025" y="5072350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2"/>
            <p:cNvSpPr/>
            <p:nvPr/>
          </p:nvSpPr>
          <p:spPr>
            <a:xfrm rot="10800000" flipH="1">
              <a:off x="7796200" y="4104150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2"/>
            <p:cNvSpPr/>
            <p:nvPr/>
          </p:nvSpPr>
          <p:spPr>
            <a:xfrm rot="10800000" flipH="1">
              <a:off x="8678825" y="4862075"/>
              <a:ext cx="78000" cy="7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7" name="Google Shape;2617;p22"/>
          <p:cNvSpPr txBox="1">
            <a:spLocks noGrp="1"/>
          </p:cNvSpPr>
          <p:nvPr>
            <p:ph type="title"/>
          </p:nvPr>
        </p:nvSpPr>
        <p:spPr>
          <a:xfrm>
            <a:off x="720000" y="779475"/>
            <a:ext cx="3340200" cy="25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8" name="Google Shape;2618;p22"/>
          <p:cNvSpPr txBox="1">
            <a:spLocks noGrp="1"/>
          </p:cNvSpPr>
          <p:nvPr>
            <p:ph type="subTitle" idx="1"/>
          </p:nvPr>
        </p:nvSpPr>
        <p:spPr>
          <a:xfrm>
            <a:off x="720000" y="3374925"/>
            <a:ext cx="33402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7875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0" name="Google Shape;2620;p23"/>
          <p:cNvGrpSpPr/>
          <p:nvPr/>
        </p:nvGrpSpPr>
        <p:grpSpPr>
          <a:xfrm rot="10800000">
            <a:off x="-1069863" y="718253"/>
            <a:ext cx="11856973" cy="3949123"/>
            <a:chOff x="-1895475" y="2684875"/>
            <a:chExt cx="9813750" cy="3268600"/>
          </a:xfrm>
        </p:grpSpPr>
        <p:sp>
          <p:nvSpPr>
            <p:cNvPr id="2621" name="Google Shape;2621;p23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3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3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3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3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3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3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3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3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3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3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3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3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3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3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3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3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3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3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3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3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3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3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3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3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3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3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3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3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3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3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3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3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3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5" name="Google Shape;2655;p23"/>
          <p:cNvGrpSpPr/>
          <p:nvPr/>
        </p:nvGrpSpPr>
        <p:grpSpPr>
          <a:xfrm rot="-5400000">
            <a:off x="1264100" y="-4100"/>
            <a:ext cx="365800" cy="1454000"/>
            <a:chOff x="6860300" y="2466325"/>
            <a:chExt cx="365800" cy="1454000"/>
          </a:xfrm>
        </p:grpSpPr>
        <p:sp>
          <p:nvSpPr>
            <p:cNvPr id="2656" name="Google Shape;2656;p23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3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3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3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3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3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23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23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23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3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3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23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23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23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23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23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23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23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23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23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23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23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23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23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23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23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23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23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23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23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23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23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23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23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23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23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23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23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23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23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23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23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23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23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23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23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23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23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23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23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23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23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23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9" name="Google Shape;2709;p23"/>
          <p:cNvGrpSpPr/>
          <p:nvPr/>
        </p:nvGrpSpPr>
        <p:grpSpPr>
          <a:xfrm flipH="1">
            <a:off x="399205" y="155022"/>
            <a:ext cx="8576082" cy="4863517"/>
            <a:chOff x="3490760" y="3205574"/>
            <a:chExt cx="3292036" cy="1866922"/>
          </a:xfrm>
        </p:grpSpPr>
        <p:sp>
          <p:nvSpPr>
            <p:cNvPr id="2710" name="Google Shape;2710;p23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23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23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23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23"/>
            <p:cNvSpPr/>
            <p:nvPr/>
          </p:nvSpPr>
          <p:spPr>
            <a:xfrm>
              <a:off x="4000503" y="504737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23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23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23"/>
          <p:cNvSpPr txBox="1">
            <a:spLocks noGrp="1"/>
          </p:cNvSpPr>
          <p:nvPr>
            <p:ph type="title"/>
          </p:nvPr>
        </p:nvSpPr>
        <p:spPr>
          <a:xfrm>
            <a:off x="1195551" y="1203450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8" name="Google Shape;2718;p23"/>
          <p:cNvSpPr txBox="1">
            <a:spLocks noGrp="1"/>
          </p:cNvSpPr>
          <p:nvPr>
            <p:ph type="subTitle" idx="1"/>
          </p:nvPr>
        </p:nvSpPr>
        <p:spPr>
          <a:xfrm>
            <a:off x="899350" y="2950950"/>
            <a:ext cx="30819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68679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0" name="Google Shape;2720;p24"/>
          <p:cNvGrpSpPr/>
          <p:nvPr/>
        </p:nvGrpSpPr>
        <p:grpSpPr>
          <a:xfrm rot="10800000" flipH="1">
            <a:off x="-1679463" y="718253"/>
            <a:ext cx="11856973" cy="3949123"/>
            <a:chOff x="-1895475" y="2684875"/>
            <a:chExt cx="9813750" cy="3268600"/>
          </a:xfrm>
        </p:grpSpPr>
        <p:sp>
          <p:nvSpPr>
            <p:cNvPr id="2721" name="Google Shape;2721;p24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24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24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24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24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24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24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24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24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24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24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24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24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24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24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24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24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24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24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24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24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24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24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24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24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24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24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24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24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24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24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24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24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24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5" name="Google Shape;2755;p24"/>
          <p:cNvGrpSpPr/>
          <p:nvPr/>
        </p:nvGrpSpPr>
        <p:grpSpPr>
          <a:xfrm rot="5400000" flipH="1">
            <a:off x="7514096" y="4059400"/>
            <a:ext cx="365800" cy="1454000"/>
            <a:chOff x="6860300" y="2466325"/>
            <a:chExt cx="365800" cy="1454000"/>
          </a:xfrm>
        </p:grpSpPr>
        <p:sp>
          <p:nvSpPr>
            <p:cNvPr id="2756" name="Google Shape;2756;p24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24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24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24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24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24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24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24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24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24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24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24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24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24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24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24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24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24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24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24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24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24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24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24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24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24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24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24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24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24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24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24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24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24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24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24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24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24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24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24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24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24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24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24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24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24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24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24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24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24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24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24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24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9" name="Google Shape;2809;p24"/>
          <p:cNvGrpSpPr/>
          <p:nvPr/>
        </p:nvGrpSpPr>
        <p:grpSpPr>
          <a:xfrm>
            <a:off x="132359" y="155022"/>
            <a:ext cx="8576082" cy="4863517"/>
            <a:chOff x="3490760" y="3205574"/>
            <a:chExt cx="3292036" cy="1866922"/>
          </a:xfrm>
        </p:grpSpPr>
        <p:sp>
          <p:nvSpPr>
            <p:cNvPr id="2810" name="Google Shape;2810;p24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24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24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24"/>
            <p:cNvSpPr/>
            <p:nvPr/>
          </p:nvSpPr>
          <p:spPr>
            <a:xfrm>
              <a:off x="6502676" y="3717496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24"/>
            <p:cNvSpPr/>
            <p:nvPr/>
          </p:nvSpPr>
          <p:spPr>
            <a:xfrm>
              <a:off x="4000503" y="5047371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24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24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7" name="Google Shape;2817;p24"/>
          <p:cNvSpPr txBox="1">
            <a:spLocks noGrp="1"/>
          </p:cNvSpPr>
          <p:nvPr>
            <p:ph type="title"/>
          </p:nvPr>
        </p:nvSpPr>
        <p:spPr>
          <a:xfrm>
            <a:off x="4908713" y="1203450"/>
            <a:ext cx="25260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18" name="Google Shape;2818;p24"/>
          <p:cNvSpPr txBox="1">
            <a:spLocks noGrp="1"/>
          </p:cNvSpPr>
          <p:nvPr>
            <p:ph type="subTitle" idx="1"/>
          </p:nvPr>
        </p:nvSpPr>
        <p:spPr>
          <a:xfrm>
            <a:off x="4908713" y="2950950"/>
            <a:ext cx="31470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22759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0" name="Google Shape;2820;p25"/>
          <p:cNvGrpSpPr/>
          <p:nvPr/>
        </p:nvGrpSpPr>
        <p:grpSpPr>
          <a:xfrm flipH="1">
            <a:off x="-373663" y="2044691"/>
            <a:ext cx="11856973" cy="3949123"/>
            <a:chOff x="-1895475" y="2684875"/>
            <a:chExt cx="9813750" cy="3268600"/>
          </a:xfrm>
        </p:grpSpPr>
        <p:sp>
          <p:nvSpPr>
            <p:cNvPr id="2821" name="Google Shape;2821;p25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25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25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25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25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25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25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25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25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25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25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25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25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25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25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25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25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25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25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25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25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25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25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25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25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25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25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25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25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25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25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25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25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25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5" name="Google Shape;2855;p25"/>
          <p:cNvGrpSpPr/>
          <p:nvPr/>
        </p:nvGrpSpPr>
        <p:grpSpPr>
          <a:xfrm flipH="1">
            <a:off x="719996" y="3326100"/>
            <a:ext cx="365800" cy="1454000"/>
            <a:chOff x="6860300" y="2466325"/>
            <a:chExt cx="365800" cy="1454000"/>
          </a:xfrm>
        </p:grpSpPr>
        <p:sp>
          <p:nvSpPr>
            <p:cNvPr id="2856" name="Google Shape;2856;p25"/>
            <p:cNvSpPr/>
            <p:nvPr/>
          </p:nvSpPr>
          <p:spPr>
            <a:xfrm>
              <a:off x="6860300" y="34238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57" name="Google Shape;2857;p25"/>
            <p:cNvSpPr/>
            <p:nvPr/>
          </p:nvSpPr>
          <p:spPr>
            <a:xfrm>
              <a:off x="6860300" y="35579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58" name="Google Shape;2858;p25"/>
            <p:cNvSpPr/>
            <p:nvPr/>
          </p:nvSpPr>
          <p:spPr>
            <a:xfrm>
              <a:off x="6860300" y="3275475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29" y="411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59" name="Google Shape;2859;p25"/>
            <p:cNvSpPr/>
            <p:nvPr/>
          </p:nvSpPr>
          <p:spPr>
            <a:xfrm>
              <a:off x="6860300" y="32349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0" name="Google Shape;2860;p25"/>
            <p:cNvSpPr/>
            <p:nvPr/>
          </p:nvSpPr>
          <p:spPr>
            <a:xfrm>
              <a:off x="6860300" y="3195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1" name="Google Shape;2861;p25"/>
            <p:cNvSpPr/>
            <p:nvPr/>
          </p:nvSpPr>
          <p:spPr>
            <a:xfrm>
              <a:off x="6860300" y="308660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2" name="Google Shape;2862;p25"/>
            <p:cNvSpPr/>
            <p:nvPr/>
          </p:nvSpPr>
          <p:spPr>
            <a:xfrm>
              <a:off x="6860300" y="3046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3" name="Google Shape;2863;p25"/>
            <p:cNvSpPr/>
            <p:nvPr/>
          </p:nvSpPr>
          <p:spPr>
            <a:xfrm>
              <a:off x="6860300" y="297247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4" name="Google Shape;2864;p25"/>
            <p:cNvSpPr/>
            <p:nvPr/>
          </p:nvSpPr>
          <p:spPr>
            <a:xfrm>
              <a:off x="6860300" y="283722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5" name="Google Shape;2865;p25"/>
            <p:cNvSpPr/>
            <p:nvPr/>
          </p:nvSpPr>
          <p:spPr>
            <a:xfrm>
              <a:off x="6860300" y="27972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6" name="Google Shape;2866;p25"/>
            <p:cNvSpPr/>
            <p:nvPr/>
          </p:nvSpPr>
          <p:spPr>
            <a:xfrm>
              <a:off x="6860300" y="3839250"/>
              <a:ext cx="58225" cy="10300"/>
            </a:xfrm>
            <a:custGeom>
              <a:avLst/>
              <a:gdLst/>
              <a:ahLst/>
              <a:cxnLst/>
              <a:rect l="l" t="t" r="r" b="b"/>
              <a:pathLst>
                <a:path w="2329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29" y="412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7" name="Google Shape;2867;p25"/>
            <p:cNvSpPr/>
            <p:nvPr/>
          </p:nvSpPr>
          <p:spPr>
            <a:xfrm>
              <a:off x="6860300" y="3798750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8" name="Google Shape;2868;p25"/>
            <p:cNvSpPr/>
            <p:nvPr/>
          </p:nvSpPr>
          <p:spPr>
            <a:xfrm>
              <a:off x="6860300" y="37245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29" y="43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69" name="Google Shape;2869;p25"/>
            <p:cNvSpPr/>
            <p:nvPr/>
          </p:nvSpPr>
          <p:spPr>
            <a:xfrm>
              <a:off x="6860300" y="36846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0" name="Google Shape;2870;p25"/>
            <p:cNvSpPr/>
            <p:nvPr/>
          </p:nvSpPr>
          <p:spPr>
            <a:xfrm>
              <a:off x="6860300" y="36446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1" name="Google Shape;2871;p25"/>
            <p:cNvSpPr/>
            <p:nvPr/>
          </p:nvSpPr>
          <p:spPr>
            <a:xfrm>
              <a:off x="6860300" y="26820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2" name="Google Shape;2872;p25"/>
            <p:cNvSpPr/>
            <p:nvPr/>
          </p:nvSpPr>
          <p:spPr>
            <a:xfrm>
              <a:off x="6860300" y="2642075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3" name="Google Shape;2873;p25"/>
            <p:cNvSpPr/>
            <p:nvPr/>
          </p:nvSpPr>
          <p:spPr>
            <a:xfrm>
              <a:off x="6860300" y="2533650"/>
              <a:ext cx="58225" cy="10875"/>
            </a:xfrm>
            <a:custGeom>
              <a:avLst/>
              <a:gdLst/>
              <a:ahLst/>
              <a:cxnLst/>
              <a:rect l="l" t="t" r="r" b="b"/>
              <a:pathLst>
                <a:path w="2329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4" name="Google Shape;2874;p25"/>
            <p:cNvSpPr/>
            <p:nvPr/>
          </p:nvSpPr>
          <p:spPr>
            <a:xfrm>
              <a:off x="6860300" y="2466325"/>
              <a:ext cx="58225" cy="10850"/>
            </a:xfrm>
            <a:custGeom>
              <a:avLst/>
              <a:gdLst/>
              <a:ahLst/>
              <a:cxnLst/>
              <a:rect l="l" t="t" r="r" b="b"/>
              <a:pathLst>
                <a:path w="2329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29" y="434"/>
                  </a:lnTo>
                  <a:lnTo>
                    <a:pt x="2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5" name="Google Shape;2875;p25"/>
            <p:cNvSpPr/>
            <p:nvPr/>
          </p:nvSpPr>
          <p:spPr>
            <a:xfrm>
              <a:off x="7168450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6" name="Google Shape;2876;p25"/>
            <p:cNvSpPr/>
            <p:nvPr/>
          </p:nvSpPr>
          <p:spPr>
            <a:xfrm>
              <a:off x="7168450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7" name="Google Shape;2877;p25"/>
            <p:cNvSpPr/>
            <p:nvPr/>
          </p:nvSpPr>
          <p:spPr>
            <a:xfrm>
              <a:off x="7168450" y="2546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8" name="Google Shape;2878;p25"/>
            <p:cNvSpPr/>
            <p:nvPr/>
          </p:nvSpPr>
          <p:spPr>
            <a:xfrm>
              <a:off x="7168450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79" name="Google Shape;2879;p25"/>
            <p:cNvSpPr/>
            <p:nvPr/>
          </p:nvSpPr>
          <p:spPr>
            <a:xfrm>
              <a:off x="7168450" y="26951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0" name="Google Shape;2880;p25"/>
            <p:cNvSpPr/>
            <p:nvPr/>
          </p:nvSpPr>
          <p:spPr>
            <a:xfrm>
              <a:off x="7168450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1" name="Google Shape;2881;p25"/>
            <p:cNvSpPr/>
            <p:nvPr/>
          </p:nvSpPr>
          <p:spPr>
            <a:xfrm>
              <a:off x="7168450" y="29045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2" name="Google Shape;2882;p25"/>
            <p:cNvSpPr/>
            <p:nvPr/>
          </p:nvSpPr>
          <p:spPr>
            <a:xfrm>
              <a:off x="7168450" y="35522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3" name="Google Shape;2883;p25"/>
            <p:cNvSpPr/>
            <p:nvPr/>
          </p:nvSpPr>
          <p:spPr>
            <a:xfrm>
              <a:off x="7168450" y="36600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1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4" name="Google Shape;2884;p25"/>
            <p:cNvSpPr/>
            <p:nvPr/>
          </p:nvSpPr>
          <p:spPr>
            <a:xfrm>
              <a:off x="7168450" y="3700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5" name="Google Shape;2885;p25"/>
            <p:cNvSpPr/>
            <p:nvPr/>
          </p:nvSpPr>
          <p:spPr>
            <a:xfrm>
              <a:off x="7168450" y="3774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6" name="Google Shape;2886;p25"/>
            <p:cNvSpPr/>
            <p:nvPr/>
          </p:nvSpPr>
          <p:spPr>
            <a:xfrm>
              <a:off x="7168450" y="3909450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7" name="Google Shape;2887;p25"/>
            <p:cNvSpPr/>
            <p:nvPr/>
          </p:nvSpPr>
          <p:spPr>
            <a:xfrm>
              <a:off x="7168450" y="2944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8" name="Google Shape;2888;p25"/>
            <p:cNvSpPr/>
            <p:nvPr/>
          </p:nvSpPr>
          <p:spPr>
            <a:xfrm>
              <a:off x="7168450" y="30597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89" name="Google Shape;2889;p25"/>
            <p:cNvSpPr/>
            <p:nvPr/>
          </p:nvSpPr>
          <p:spPr>
            <a:xfrm>
              <a:off x="7168450" y="30997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0" name="Google Shape;2890;p25"/>
            <p:cNvSpPr/>
            <p:nvPr/>
          </p:nvSpPr>
          <p:spPr>
            <a:xfrm>
              <a:off x="7168450" y="3208150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1" name="Google Shape;2891;p25"/>
            <p:cNvSpPr/>
            <p:nvPr/>
          </p:nvSpPr>
          <p:spPr>
            <a:xfrm>
              <a:off x="7168450" y="32754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2" name="Google Shape;2892;p25"/>
            <p:cNvSpPr/>
            <p:nvPr/>
          </p:nvSpPr>
          <p:spPr>
            <a:xfrm>
              <a:off x="7168450" y="3356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1"/>
                  </a:moveTo>
                  <a:lnTo>
                    <a:pt x="0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3" name="Google Shape;2893;p25"/>
            <p:cNvSpPr/>
            <p:nvPr/>
          </p:nvSpPr>
          <p:spPr>
            <a:xfrm>
              <a:off x="7168450" y="339645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0" y="0"/>
                  </a:moveTo>
                  <a:lnTo>
                    <a:pt x="0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4" name="Google Shape;2894;p25"/>
            <p:cNvSpPr/>
            <p:nvPr/>
          </p:nvSpPr>
          <p:spPr>
            <a:xfrm>
              <a:off x="7168450" y="343640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0" y="0"/>
                  </a:moveTo>
                  <a:lnTo>
                    <a:pt x="0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5" name="Google Shape;2895;p25"/>
            <p:cNvSpPr/>
            <p:nvPr/>
          </p:nvSpPr>
          <p:spPr>
            <a:xfrm>
              <a:off x="7014375" y="2466325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6" name="Google Shape;2896;p25"/>
            <p:cNvSpPr/>
            <p:nvPr/>
          </p:nvSpPr>
          <p:spPr>
            <a:xfrm>
              <a:off x="7014375" y="25068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7" name="Google Shape;2897;p25"/>
            <p:cNvSpPr/>
            <p:nvPr/>
          </p:nvSpPr>
          <p:spPr>
            <a:xfrm>
              <a:off x="7014375" y="26146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5"/>
                  </a:lnTo>
                  <a:lnTo>
                    <a:pt x="2306" y="435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8" name="Google Shape;2898;p25"/>
            <p:cNvSpPr/>
            <p:nvPr/>
          </p:nvSpPr>
          <p:spPr>
            <a:xfrm>
              <a:off x="7014375" y="26552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99" name="Google Shape;2899;p25"/>
            <p:cNvSpPr/>
            <p:nvPr/>
          </p:nvSpPr>
          <p:spPr>
            <a:xfrm>
              <a:off x="7014375" y="272937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0" name="Google Shape;2900;p25"/>
            <p:cNvSpPr/>
            <p:nvPr/>
          </p:nvSpPr>
          <p:spPr>
            <a:xfrm>
              <a:off x="7014375" y="2769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1" name="Google Shape;2901;p25"/>
            <p:cNvSpPr/>
            <p:nvPr/>
          </p:nvSpPr>
          <p:spPr>
            <a:xfrm>
              <a:off x="7014375" y="286632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1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2" name="Google Shape;2902;p25"/>
            <p:cNvSpPr/>
            <p:nvPr/>
          </p:nvSpPr>
          <p:spPr>
            <a:xfrm>
              <a:off x="7014375" y="29816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3" name="Google Shape;2903;p25"/>
            <p:cNvSpPr/>
            <p:nvPr/>
          </p:nvSpPr>
          <p:spPr>
            <a:xfrm>
              <a:off x="7014375" y="3021550"/>
              <a:ext cx="57650" cy="10850"/>
            </a:xfrm>
            <a:custGeom>
              <a:avLst/>
              <a:gdLst/>
              <a:ahLst/>
              <a:cxnLst/>
              <a:rect l="l" t="t" r="r" b="b"/>
              <a:pathLst>
                <a:path w="2306" h="434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4" name="Google Shape;2904;p25"/>
            <p:cNvSpPr/>
            <p:nvPr/>
          </p:nvSpPr>
          <p:spPr>
            <a:xfrm>
              <a:off x="7014375" y="3129975"/>
              <a:ext cx="57650" cy="10275"/>
            </a:xfrm>
            <a:custGeom>
              <a:avLst/>
              <a:gdLst/>
              <a:ahLst/>
              <a:cxnLst/>
              <a:rect l="l" t="t" r="r" b="b"/>
              <a:pathLst>
                <a:path w="2306" h="411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5" name="Google Shape;2905;p25"/>
            <p:cNvSpPr/>
            <p:nvPr/>
          </p:nvSpPr>
          <p:spPr>
            <a:xfrm>
              <a:off x="7014375" y="31973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0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6" name="Google Shape;2906;p25"/>
            <p:cNvSpPr/>
            <p:nvPr/>
          </p:nvSpPr>
          <p:spPr>
            <a:xfrm>
              <a:off x="7014375" y="3278325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1"/>
                  </a:lnTo>
                  <a:lnTo>
                    <a:pt x="2306" y="411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7" name="Google Shape;2907;p25"/>
            <p:cNvSpPr/>
            <p:nvPr/>
          </p:nvSpPr>
          <p:spPr>
            <a:xfrm>
              <a:off x="7014375" y="3318275"/>
              <a:ext cx="57650" cy="10875"/>
            </a:xfrm>
            <a:custGeom>
              <a:avLst/>
              <a:gdLst/>
              <a:ahLst/>
              <a:cxnLst/>
              <a:rect l="l" t="t" r="r" b="b"/>
              <a:pathLst>
                <a:path w="2306" h="435" extrusionOk="0">
                  <a:moveTo>
                    <a:pt x="1" y="0"/>
                  </a:moveTo>
                  <a:lnTo>
                    <a:pt x="1" y="434"/>
                  </a:lnTo>
                  <a:lnTo>
                    <a:pt x="2306" y="434"/>
                  </a:lnTo>
                  <a:lnTo>
                    <a:pt x="2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08" name="Google Shape;2908;p25"/>
            <p:cNvSpPr/>
            <p:nvPr/>
          </p:nvSpPr>
          <p:spPr>
            <a:xfrm>
              <a:off x="7014375" y="3453500"/>
              <a:ext cx="57650" cy="10300"/>
            </a:xfrm>
            <a:custGeom>
              <a:avLst/>
              <a:gdLst/>
              <a:ahLst/>
              <a:cxnLst/>
              <a:rect l="l" t="t" r="r" b="b"/>
              <a:pathLst>
                <a:path w="2306" h="412" extrusionOk="0">
                  <a:moveTo>
                    <a:pt x="1" y="1"/>
                  </a:moveTo>
                  <a:lnTo>
                    <a:pt x="1" y="412"/>
                  </a:lnTo>
                  <a:lnTo>
                    <a:pt x="2306" y="412"/>
                  </a:lnTo>
                  <a:lnTo>
                    <a:pt x="2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909" name="Google Shape;2909;p25"/>
          <p:cNvGrpSpPr/>
          <p:nvPr/>
        </p:nvGrpSpPr>
        <p:grpSpPr>
          <a:xfrm flipH="1">
            <a:off x="227061" y="181009"/>
            <a:ext cx="8839635" cy="4877855"/>
            <a:chOff x="3723896" y="3186300"/>
            <a:chExt cx="3393204" cy="1872425"/>
          </a:xfrm>
        </p:grpSpPr>
        <p:sp>
          <p:nvSpPr>
            <p:cNvPr id="2910" name="Google Shape;2910;p25"/>
            <p:cNvSpPr/>
            <p:nvPr/>
          </p:nvSpPr>
          <p:spPr>
            <a:xfrm>
              <a:off x="4826575" y="5037025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25"/>
            <p:cNvSpPr/>
            <p:nvPr/>
          </p:nvSpPr>
          <p:spPr>
            <a:xfrm>
              <a:off x="6033680" y="4229601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25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25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25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25"/>
            <p:cNvSpPr/>
            <p:nvPr/>
          </p:nvSpPr>
          <p:spPr>
            <a:xfrm>
              <a:off x="6513208" y="4909855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25"/>
            <p:cNvSpPr/>
            <p:nvPr/>
          </p:nvSpPr>
          <p:spPr>
            <a:xfrm>
              <a:off x="3887645" y="326407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25"/>
            <p:cNvSpPr/>
            <p:nvPr/>
          </p:nvSpPr>
          <p:spPr>
            <a:xfrm>
              <a:off x="7055078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8" name="Google Shape;2918;p25"/>
          <p:cNvSpPr txBox="1">
            <a:spLocks noGrp="1"/>
          </p:cNvSpPr>
          <p:nvPr>
            <p:ph type="title"/>
          </p:nvPr>
        </p:nvSpPr>
        <p:spPr>
          <a:xfrm>
            <a:off x="4572000" y="418525"/>
            <a:ext cx="3852000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19" name="Google Shape;2919;p25"/>
          <p:cNvSpPr txBox="1">
            <a:spLocks noGrp="1"/>
          </p:cNvSpPr>
          <p:nvPr>
            <p:ph type="subTitle" idx="1"/>
          </p:nvPr>
        </p:nvSpPr>
        <p:spPr>
          <a:xfrm>
            <a:off x="5687950" y="2360550"/>
            <a:ext cx="2736000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20" name="Google Shape;2920;p25"/>
          <p:cNvSpPr txBox="1">
            <a:spLocks noGrp="1"/>
          </p:cNvSpPr>
          <p:nvPr>
            <p:ph type="subTitle" idx="2"/>
          </p:nvPr>
        </p:nvSpPr>
        <p:spPr>
          <a:xfrm>
            <a:off x="5147725" y="2009100"/>
            <a:ext cx="3276000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21" name="Google Shape;2921;p25"/>
          <p:cNvSpPr txBox="1"/>
          <p:nvPr/>
        </p:nvSpPr>
        <p:spPr>
          <a:xfrm>
            <a:off x="5102075" y="3608675"/>
            <a:ext cx="33219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2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68631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3" name="Google Shape;2923;p26"/>
          <p:cNvGrpSpPr/>
          <p:nvPr/>
        </p:nvGrpSpPr>
        <p:grpSpPr>
          <a:xfrm rot="10800000">
            <a:off x="-1043488" y="2202143"/>
            <a:ext cx="11856973" cy="3949123"/>
            <a:chOff x="-1895475" y="2684875"/>
            <a:chExt cx="9813750" cy="3268600"/>
          </a:xfrm>
        </p:grpSpPr>
        <p:sp>
          <p:nvSpPr>
            <p:cNvPr id="2924" name="Google Shape;2924;p26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6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6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26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26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26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26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26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26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26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26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26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26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26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26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26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26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26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26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26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26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26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26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26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26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6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6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6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6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6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6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6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6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6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26"/>
          <p:cNvGrpSpPr/>
          <p:nvPr/>
        </p:nvGrpSpPr>
        <p:grpSpPr>
          <a:xfrm>
            <a:off x="5098325" y="300775"/>
            <a:ext cx="3325675" cy="12000"/>
            <a:chOff x="4016850" y="529025"/>
            <a:chExt cx="3325675" cy="12000"/>
          </a:xfrm>
        </p:grpSpPr>
        <p:sp>
          <p:nvSpPr>
            <p:cNvPr id="2959" name="Google Shape;2959;p26"/>
            <p:cNvSpPr/>
            <p:nvPr/>
          </p:nvSpPr>
          <p:spPr>
            <a:xfrm>
              <a:off x="5954700" y="529025"/>
              <a:ext cx="1387825" cy="12000"/>
            </a:xfrm>
            <a:custGeom>
              <a:avLst/>
              <a:gdLst/>
              <a:ahLst/>
              <a:cxnLst/>
              <a:rect l="l" t="t" r="r" b="b"/>
              <a:pathLst>
                <a:path w="55513" h="480" extrusionOk="0">
                  <a:moveTo>
                    <a:pt x="1" y="1"/>
                  </a:moveTo>
                  <a:lnTo>
                    <a:pt x="1" y="480"/>
                  </a:lnTo>
                  <a:lnTo>
                    <a:pt x="55512" y="480"/>
                  </a:lnTo>
                  <a:lnTo>
                    <a:pt x="55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6"/>
            <p:cNvSpPr/>
            <p:nvPr/>
          </p:nvSpPr>
          <p:spPr>
            <a:xfrm>
              <a:off x="5239700" y="529025"/>
              <a:ext cx="457675" cy="12000"/>
            </a:xfrm>
            <a:custGeom>
              <a:avLst/>
              <a:gdLst/>
              <a:ahLst/>
              <a:cxnLst/>
              <a:rect l="l" t="t" r="r" b="b"/>
              <a:pathLst>
                <a:path w="18307" h="480" extrusionOk="0">
                  <a:moveTo>
                    <a:pt x="1" y="1"/>
                  </a:moveTo>
                  <a:lnTo>
                    <a:pt x="1" y="480"/>
                  </a:lnTo>
                  <a:lnTo>
                    <a:pt x="18307" y="480"/>
                  </a:lnTo>
                  <a:lnTo>
                    <a:pt x="1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6"/>
            <p:cNvSpPr/>
            <p:nvPr/>
          </p:nvSpPr>
          <p:spPr>
            <a:xfrm>
              <a:off x="4016850" y="529025"/>
              <a:ext cx="135825" cy="12000"/>
            </a:xfrm>
            <a:custGeom>
              <a:avLst/>
              <a:gdLst/>
              <a:ahLst/>
              <a:cxnLst/>
              <a:rect l="l" t="t" r="r" b="b"/>
              <a:pathLst>
                <a:path w="5433" h="480" extrusionOk="0">
                  <a:moveTo>
                    <a:pt x="0" y="1"/>
                  </a:moveTo>
                  <a:lnTo>
                    <a:pt x="0" y="480"/>
                  </a:lnTo>
                  <a:lnTo>
                    <a:pt x="5433" y="480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2" name="Google Shape;2962;p26"/>
          <p:cNvGrpSpPr/>
          <p:nvPr/>
        </p:nvGrpSpPr>
        <p:grpSpPr>
          <a:xfrm>
            <a:off x="130100" y="181009"/>
            <a:ext cx="8839635" cy="4858789"/>
            <a:chOff x="3723896" y="3186300"/>
            <a:chExt cx="3393204" cy="1865107"/>
          </a:xfrm>
        </p:grpSpPr>
        <p:sp>
          <p:nvSpPr>
            <p:cNvPr id="2963" name="Google Shape;2963;p26"/>
            <p:cNvSpPr/>
            <p:nvPr/>
          </p:nvSpPr>
          <p:spPr>
            <a:xfrm>
              <a:off x="7049599" y="4656771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6"/>
            <p:cNvSpPr/>
            <p:nvPr/>
          </p:nvSpPr>
          <p:spPr>
            <a:xfrm>
              <a:off x="5097670" y="5019360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6"/>
            <p:cNvSpPr/>
            <p:nvPr/>
          </p:nvSpPr>
          <p:spPr>
            <a:xfrm>
              <a:off x="3924710" y="4864914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6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6"/>
            <p:cNvSpPr/>
            <p:nvPr/>
          </p:nvSpPr>
          <p:spPr>
            <a:xfrm>
              <a:off x="5697022" y="349710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6"/>
            <p:cNvSpPr/>
            <p:nvPr/>
          </p:nvSpPr>
          <p:spPr>
            <a:xfrm>
              <a:off x="7088549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6"/>
            <p:cNvSpPr/>
            <p:nvPr/>
          </p:nvSpPr>
          <p:spPr>
            <a:xfrm>
              <a:off x="6542459" y="502685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6"/>
            <p:cNvSpPr/>
            <p:nvPr/>
          </p:nvSpPr>
          <p:spPr>
            <a:xfrm>
              <a:off x="4648153" y="3732080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6"/>
            <p:cNvSpPr/>
            <p:nvPr/>
          </p:nvSpPr>
          <p:spPr>
            <a:xfrm>
              <a:off x="4802803" y="3186300"/>
              <a:ext cx="25700" cy="21725"/>
            </a:xfrm>
            <a:custGeom>
              <a:avLst/>
              <a:gdLst/>
              <a:ahLst/>
              <a:cxnLst/>
              <a:rect l="l" t="t" r="r" b="b"/>
              <a:pathLst>
                <a:path w="1028" h="869" extrusionOk="0">
                  <a:moveTo>
                    <a:pt x="526" y="1"/>
                  </a:moveTo>
                  <a:lnTo>
                    <a:pt x="252" y="435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773514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3" name="Google Shape;2973;p27"/>
          <p:cNvGrpSpPr/>
          <p:nvPr/>
        </p:nvGrpSpPr>
        <p:grpSpPr>
          <a:xfrm rot="10800000" flipH="1">
            <a:off x="-1780963" y="-19484"/>
            <a:ext cx="11856973" cy="3949123"/>
            <a:chOff x="-1895475" y="2684875"/>
            <a:chExt cx="9813750" cy="3268600"/>
          </a:xfrm>
        </p:grpSpPr>
        <p:sp>
          <p:nvSpPr>
            <p:cNvPr id="2974" name="Google Shape;2974;p27"/>
            <p:cNvSpPr/>
            <p:nvPr/>
          </p:nvSpPr>
          <p:spPr>
            <a:xfrm>
              <a:off x="-832400" y="2684875"/>
              <a:ext cx="8355800" cy="1982400"/>
            </a:xfrm>
            <a:custGeom>
              <a:avLst/>
              <a:gdLst/>
              <a:ahLst/>
              <a:cxnLst/>
              <a:rect l="l" t="t" r="r" b="b"/>
              <a:pathLst>
                <a:path w="334232" h="79296" fill="none" extrusionOk="0">
                  <a:moveTo>
                    <a:pt x="1" y="15841"/>
                  </a:moveTo>
                  <a:cubicBezTo>
                    <a:pt x="7214" y="24743"/>
                    <a:pt x="15453" y="32960"/>
                    <a:pt x="25405" y="37822"/>
                  </a:cubicBezTo>
                  <a:cubicBezTo>
                    <a:pt x="38918" y="44395"/>
                    <a:pt x="56881" y="43779"/>
                    <a:pt x="67746" y="31454"/>
                  </a:cubicBezTo>
                  <a:cubicBezTo>
                    <a:pt x="80232" y="17256"/>
                    <a:pt x="87376" y="3127"/>
                    <a:pt x="107439" y="1301"/>
                  </a:cubicBezTo>
                  <a:cubicBezTo>
                    <a:pt x="121568" y="0"/>
                    <a:pt x="138368" y="6186"/>
                    <a:pt x="146128" y="19333"/>
                  </a:cubicBezTo>
                  <a:cubicBezTo>
                    <a:pt x="150739" y="27162"/>
                    <a:pt x="153295" y="36224"/>
                    <a:pt x="157107" y="44532"/>
                  </a:cubicBezTo>
                  <a:cubicBezTo>
                    <a:pt x="166306" y="64482"/>
                    <a:pt x="181827" y="69207"/>
                    <a:pt x="200042" y="58570"/>
                  </a:cubicBezTo>
                  <a:cubicBezTo>
                    <a:pt x="208761" y="53480"/>
                    <a:pt x="218599" y="47591"/>
                    <a:pt x="227774" y="50992"/>
                  </a:cubicBezTo>
                  <a:cubicBezTo>
                    <a:pt x="239826" y="55466"/>
                    <a:pt x="244368" y="73886"/>
                    <a:pt x="256877" y="76511"/>
                  </a:cubicBezTo>
                  <a:cubicBezTo>
                    <a:pt x="263724" y="77949"/>
                    <a:pt x="270526" y="74023"/>
                    <a:pt x="277077" y="71170"/>
                  </a:cubicBezTo>
                  <a:cubicBezTo>
                    <a:pt x="292690" y="64390"/>
                    <a:pt x="299172" y="79158"/>
                    <a:pt x="313347" y="77287"/>
                  </a:cubicBezTo>
                  <a:cubicBezTo>
                    <a:pt x="316907" y="76830"/>
                    <a:pt x="320126" y="74685"/>
                    <a:pt x="323595" y="73703"/>
                  </a:cubicBezTo>
                  <a:cubicBezTo>
                    <a:pt x="327179" y="72699"/>
                    <a:pt x="334232" y="73703"/>
                    <a:pt x="332976" y="7929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7"/>
            <p:cNvSpPr/>
            <p:nvPr/>
          </p:nvSpPr>
          <p:spPr>
            <a:xfrm>
              <a:off x="-815850" y="2740800"/>
              <a:ext cx="8351250" cy="1923050"/>
            </a:xfrm>
            <a:custGeom>
              <a:avLst/>
              <a:gdLst/>
              <a:ahLst/>
              <a:cxnLst/>
              <a:rect l="l" t="t" r="r" b="b"/>
              <a:pathLst>
                <a:path w="334050" h="76922" fill="none" extrusionOk="0">
                  <a:moveTo>
                    <a:pt x="1" y="18169"/>
                  </a:moveTo>
                  <a:cubicBezTo>
                    <a:pt x="7168" y="27025"/>
                    <a:pt x="15568" y="34763"/>
                    <a:pt x="25588" y="39123"/>
                  </a:cubicBezTo>
                  <a:cubicBezTo>
                    <a:pt x="32755" y="42250"/>
                    <a:pt x="41086" y="43391"/>
                    <a:pt x="48915" y="41953"/>
                  </a:cubicBezTo>
                  <a:cubicBezTo>
                    <a:pt x="55809" y="40652"/>
                    <a:pt x="62337" y="37388"/>
                    <a:pt x="67404" y="31750"/>
                  </a:cubicBezTo>
                  <a:cubicBezTo>
                    <a:pt x="76762" y="21388"/>
                    <a:pt x="83313" y="10979"/>
                    <a:pt x="94246" y="5455"/>
                  </a:cubicBezTo>
                  <a:cubicBezTo>
                    <a:pt x="97876" y="3607"/>
                    <a:pt x="101984" y="2328"/>
                    <a:pt x="106823" y="1735"/>
                  </a:cubicBezTo>
                  <a:cubicBezTo>
                    <a:pt x="120838" y="0"/>
                    <a:pt x="137363" y="5319"/>
                    <a:pt x="145558" y="17850"/>
                  </a:cubicBezTo>
                  <a:cubicBezTo>
                    <a:pt x="150465" y="25359"/>
                    <a:pt x="153318" y="34261"/>
                    <a:pt x="157267" y="42569"/>
                  </a:cubicBezTo>
                  <a:cubicBezTo>
                    <a:pt x="159298" y="46838"/>
                    <a:pt x="161581" y="50467"/>
                    <a:pt x="164115" y="53434"/>
                  </a:cubicBezTo>
                  <a:cubicBezTo>
                    <a:pt x="173131" y="64002"/>
                    <a:pt x="185068" y="65280"/>
                    <a:pt x="199608" y="58684"/>
                  </a:cubicBezTo>
                  <a:cubicBezTo>
                    <a:pt x="204219" y="56584"/>
                    <a:pt x="209103" y="53708"/>
                    <a:pt x="213965" y="51563"/>
                  </a:cubicBezTo>
                  <a:cubicBezTo>
                    <a:pt x="220311" y="48801"/>
                    <a:pt x="226976" y="47774"/>
                    <a:pt x="233275" y="50056"/>
                  </a:cubicBezTo>
                  <a:cubicBezTo>
                    <a:pt x="244642" y="54279"/>
                    <a:pt x="249207" y="71284"/>
                    <a:pt x="261031" y="73908"/>
                  </a:cubicBezTo>
                  <a:cubicBezTo>
                    <a:pt x="267490" y="75346"/>
                    <a:pt x="273927" y="71900"/>
                    <a:pt x="280113" y="69389"/>
                  </a:cubicBezTo>
                  <a:cubicBezTo>
                    <a:pt x="294789" y="63432"/>
                    <a:pt x="301135" y="76921"/>
                    <a:pt x="314442" y="75050"/>
                  </a:cubicBezTo>
                  <a:cubicBezTo>
                    <a:pt x="317797" y="74593"/>
                    <a:pt x="320856" y="72585"/>
                    <a:pt x="324120" y="71626"/>
                  </a:cubicBezTo>
                  <a:cubicBezTo>
                    <a:pt x="327521" y="70622"/>
                    <a:pt x="334049" y="71420"/>
                    <a:pt x="333022" y="763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7"/>
            <p:cNvSpPr/>
            <p:nvPr/>
          </p:nvSpPr>
          <p:spPr>
            <a:xfrm>
              <a:off x="-799875" y="2796150"/>
              <a:ext cx="8347250" cy="1867700"/>
            </a:xfrm>
            <a:custGeom>
              <a:avLst/>
              <a:gdLst/>
              <a:ahLst/>
              <a:cxnLst/>
              <a:rect l="l" t="t" r="r" b="b"/>
              <a:pathLst>
                <a:path w="333890" h="74708" fill="none" extrusionOk="0">
                  <a:moveTo>
                    <a:pt x="1" y="20497"/>
                  </a:moveTo>
                  <a:cubicBezTo>
                    <a:pt x="7122" y="29308"/>
                    <a:pt x="15727" y="36612"/>
                    <a:pt x="25771" y="40447"/>
                  </a:cubicBezTo>
                  <a:cubicBezTo>
                    <a:pt x="32938" y="43231"/>
                    <a:pt x="41178" y="44030"/>
                    <a:pt x="48847" y="42387"/>
                  </a:cubicBezTo>
                  <a:cubicBezTo>
                    <a:pt x="55626" y="40903"/>
                    <a:pt x="62017" y="37593"/>
                    <a:pt x="67107" y="32093"/>
                  </a:cubicBezTo>
                  <a:cubicBezTo>
                    <a:pt x="76420" y="22027"/>
                    <a:pt x="83153" y="11847"/>
                    <a:pt x="93904" y="6186"/>
                  </a:cubicBezTo>
                  <a:cubicBezTo>
                    <a:pt x="97488" y="4291"/>
                    <a:pt x="101528" y="2945"/>
                    <a:pt x="106253" y="2192"/>
                  </a:cubicBezTo>
                  <a:cubicBezTo>
                    <a:pt x="120108" y="0"/>
                    <a:pt x="136359" y="4497"/>
                    <a:pt x="144987" y="16389"/>
                  </a:cubicBezTo>
                  <a:cubicBezTo>
                    <a:pt x="150191" y="23579"/>
                    <a:pt x="153387" y="32344"/>
                    <a:pt x="157450" y="40652"/>
                  </a:cubicBezTo>
                  <a:cubicBezTo>
                    <a:pt x="159504" y="44852"/>
                    <a:pt x="161787" y="48504"/>
                    <a:pt x="164275" y="51540"/>
                  </a:cubicBezTo>
                  <a:cubicBezTo>
                    <a:pt x="173131" y="62245"/>
                    <a:pt x="184635" y="64025"/>
                    <a:pt x="199197" y="58821"/>
                  </a:cubicBezTo>
                  <a:cubicBezTo>
                    <a:pt x="204721" y="56858"/>
                    <a:pt x="210450" y="53411"/>
                    <a:pt x="216156" y="50832"/>
                  </a:cubicBezTo>
                  <a:cubicBezTo>
                    <a:pt x="223483" y="47522"/>
                    <a:pt x="231427" y="46473"/>
                    <a:pt x="238776" y="49143"/>
                  </a:cubicBezTo>
                  <a:cubicBezTo>
                    <a:pt x="249481" y="53069"/>
                    <a:pt x="254069" y="68704"/>
                    <a:pt x="265208" y="71329"/>
                  </a:cubicBezTo>
                  <a:cubicBezTo>
                    <a:pt x="271280" y="72767"/>
                    <a:pt x="277328" y="69823"/>
                    <a:pt x="283172" y="67654"/>
                  </a:cubicBezTo>
                  <a:cubicBezTo>
                    <a:pt x="296890" y="62519"/>
                    <a:pt x="303098" y="74707"/>
                    <a:pt x="315583" y="72859"/>
                  </a:cubicBezTo>
                  <a:cubicBezTo>
                    <a:pt x="318733" y="72379"/>
                    <a:pt x="321609" y="70508"/>
                    <a:pt x="324691" y="69549"/>
                  </a:cubicBezTo>
                  <a:cubicBezTo>
                    <a:pt x="327886" y="68545"/>
                    <a:pt x="333889" y="69161"/>
                    <a:pt x="333113" y="7347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7"/>
            <p:cNvSpPr/>
            <p:nvPr/>
          </p:nvSpPr>
          <p:spPr>
            <a:xfrm>
              <a:off x="-783325" y="2852075"/>
              <a:ext cx="8342675" cy="1811775"/>
            </a:xfrm>
            <a:custGeom>
              <a:avLst/>
              <a:gdLst/>
              <a:ahLst/>
              <a:cxnLst/>
              <a:rect l="l" t="t" r="r" b="b"/>
              <a:pathLst>
                <a:path w="333707" h="72471" fill="none" extrusionOk="0">
                  <a:moveTo>
                    <a:pt x="1" y="22825"/>
                  </a:moveTo>
                  <a:cubicBezTo>
                    <a:pt x="7077" y="31590"/>
                    <a:pt x="15841" y="38392"/>
                    <a:pt x="25930" y="41770"/>
                  </a:cubicBezTo>
                  <a:cubicBezTo>
                    <a:pt x="33120" y="44167"/>
                    <a:pt x="41246" y="44646"/>
                    <a:pt x="48778" y="42798"/>
                  </a:cubicBezTo>
                  <a:cubicBezTo>
                    <a:pt x="55421" y="41154"/>
                    <a:pt x="61698" y="37753"/>
                    <a:pt x="66788" y="32412"/>
                  </a:cubicBezTo>
                  <a:cubicBezTo>
                    <a:pt x="76032" y="22643"/>
                    <a:pt x="82948" y="12668"/>
                    <a:pt x="93539" y="6893"/>
                  </a:cubicBezTo>
                  <a:cubicBezTo>
                    <a:pt x="97077" y="4953"/>
                    <a:pt x="101071" y="3515"/>
                    <a:pt x="105659" y="2625"/>
                  </a:cubicBezTo>
                  <a:cubicBezTo>
                    <a:pt x="119377" y="0"/>
                    <a:pt x="135378" y="3652"/>
                    <a:pt x="144394" y="14905"/>
                  </a:cubicBezTo>
                  <a:cubicBezTo>
                    <a:pt x="149917" y="21775"/>
                    <a:pt x="153410" y="30403"/>
                    <a:pt x="157609" y="38689"/>
                  </a:cubicBezTo>
                  <a:cubicBezTo>
                    <a:pt x="159687" y="42843"/>
                    <a:pt x="161969" y="46518"/>
                    <a:pt x="164434" y="49622"/>
                  </a:cubicBezTo>
                  <a:cubicBezTo>
                    <a:pt x="173085" y="60464"/>
                    <a:pt x="184338" y="62975"/>
                    <a:pt x="198763" y="58958"/>
                  </a:cubicBezTo>
                  <a:cubicBezTo>
                    <a:pt x="205246" y="57155"/>
                    <a:pt x="211774" y="53092"/>
                    <a:pt x="218302" y="50079"/>
                  </a:cubicBezTo>
                  <a:cubicBezTo>
                    <a:pt x="226633" y="46198"/>
                    <a:pt x="235855" y="45149"/>
                    <a:pt x="244277" y="48230"/>
                  </a:cubicBezTo>
                  <a:cubicBezTo>
                    <a:pt x="254297" y="51859"/>
                    <a:pt x="258908" y="66102"/>
                    <a:pt x="269362" y="68727"/>
                  </a:cubicBezTo>
                  <a:cubicBezTo>
                    <a:pt x="275046" y="70142"/>
                    <a:pt x="280729" y="67700"/>
                    <a:pt x="286207" y="65874"/>
                  </a:cubicBezTo>
                  <a:cubicBezTo>
                    <a:pt x="298967" y="61583"/>
                    <a:pt x="305038" y="72470"/>
                    <a:pt x="316702" y="70622"/>
                  </a:cubicBezTo>
                  <a:cubicBezTo>
                    <a:pt x="319646" y="70142"/>
                    <a:pt x="322340" y="68407"/>
                    <a:pt x="325238" y="67449"/>
                  </a:cubicBezTo>
                  <a:cubicBezTo>
                    <a:pt x="328206" y="66467"/>
                    <a:pt x="333707" y="66878"/>
                    <a:pt x="333159" y="7053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7"/>
            <p:cNvSpPr/>
            <p:nvPr/>
          </p:nvSpPr>
          <p:spPr>
            <a:xfrm>
              <a:off x="-767350" y="2906850"/>
              <a:ext cx="8338675" cy="1757000"/>
            </a:xfrm>
            <a:custGeom>
              <a:avLst/>
              <a:gdLst/>
              <a:ahLst/>
              <a:cxnLst/>
              <a:rect l="l" t="t" r="r" b="b"/>
              <a:pathLst>
                <a:path w="333547" h="70280" fill="none" extrusionOk="0">
                  <a:moveTo>
                    <a:pt x="1" y="25177"/>
                  </a:moveTo>
                  <a:cubicBezTo>
                    <a:pt x="7054" y="33896"/>
                    <a:pt x="16001" y="40241"/>
                    <a:pt x="26113" y="43117"/>
                  </a:cubicBezTo>
                  <a:cubicBezTo>
                    <a:pt x="33303" y="45172"/>
                    <a:pt x="41315" y="45309"/>
                    <a:pt x="48710" y="43254"/>
                  </a:cubicBezTo>
                  <a:cubicBezTo>
                    <a:pt x="55261" y="41428"/>
                    <a:pt x="61401" y="37959"/>
                    <a:pt x="66491" y="32755"/>
                  </a:cubicBezTo>
                  <a:cubicBezTo>
                    <a:pt x="75690" y="23328"/>
                    <a:pt x="82788" y="13559"/>
                    <a:pt x="93197" y="7647"/>
                  </a:cubicBezTo>
                  <a:cubicBezTo>
                    <a:pt x="96689" y="5661"/>
                    <a:pt x="100615" y="4132"/>
                    <a:pt x="105066" y="3105"/>
                  </a:cubicBezTo>
                  <a:cubicBezTo>
                    <a:pt x="118647" y="0"/>
                    <a:pt x="134396" y="2854"/>
                    <a:pt x="143846" y="13467"/>
                  </a:cubicBezTo>
                  <a:cubicBezTo>
                    <a:pt x="149666" y="20018"/>
                    <a:pt x="153478" y="28486"/>
                    <a:pt x="157792" y="36772"/>
                  </a:cubicBezTo>
                  <a:cubicBezTo>
                    <a:pt x="159915" y="40858"/>
                    <a:pt x="162175" y="44555"/>
                    <a:pt x="164617" y="47728"/>
                  </a:cubicBezTo>
                  <a:cubicBezTo>
                    <a:pt x="173062" y="58707"/>
                    <a:pt x="184110" y="62154"/>
                    <a:pt x="198353" y="59118"/>
                  </a:cubicBezTo>
                  <a:cubicBezTo>
                    <a:pt x="205817" y="57520"/>
                    <a:pt x="213098" y="52841"/>
                    <a:pt x="220470" y="49349"/>
                  </a:cubicBezTo>
                  <a:cubicBezTo>
                    <a:pt x="229829" y="44921"/>
                    <a:pt x="240283" y="43893"/>
                    <a:pt x="249778" y="47340"/>
                  </a:cubicBezTo>
                  <a:cubicBezTo>
                    <a:pt x="259137" y="50718"/>
                    <a:pt x="263770" y="63546"/>
                    <a:pt x="273539" y="66171"/>
                  </a:cubicBezTo>
                  <a:cubicBezTo>
                    <a:pt x="278835" y="67586"/>
                    <a:pt x="284153" y="65623"/>
                    <a:pt x="289243" y="64139"/>
                  </a:cubicBezTo>
                  <a:cubicBezTo>
                    <a:pt x="301067" y="60670"/>
                    <a:pt x="307024" y="70279"/>
                    <a:pt x="317820" y="68431"/>
                  </a:cubicBezTo>
                  <a:cubicBezTo>
                    <a:pt x="320582" y="67951"/>
                    <a:pt x="323093" y="66353"/>
                    <a:pt x="325786" y="65395"/>
                  </a:cubicBezTo>
                  <a:cubicBezTo>
                    <a:pt x="328571" y="64413"/>
                    <a:pt x="333547" y="64642"/>
                    <a:pt x="333227" y="6765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7"/>
            <p:cNvSpPr/>
            <p:nvPr/>
          </p:nvSpPr>
          <p:spPr>
            <a:xfrm>
              <a:off x="-750800" y="2962200"/>
              <a:ext cx="8334125" cy="1701075"/>
            </a:xfrm>
            <a:custGeom>
              <a:avLst/>
              <a:gdLst/>
              <a:ahLst/>
              <a:cxnLst/>
              <a:rect l="l" t="t" r="r" b="b"/>
              <a:pathLst>
                <a:path w="333365" h="68043" fill="none" extrusionOk="0">
                  <a:moveTo>
                    <a:pt x="1" y="27505"/>
                  </a:moveTo>
                  <a:cubicBezTo>
                    <a:pt x="6985" y="36201"/>
                    <a:pt x="16115" y="42067"/>
                    <a:pt x="26273" y="44441"/>
                  </a:cubicBezTo>
                  <a:cubicBezTo>
                    <a:pt x="33463" y="46130"/>
                    <a:pt x="41383" y="45948"/>
                    <a:pt x="48619" y="43688"/>
                  </a:cubicBezTo>
                  <a:cubicBezTo>
                    <a:pt x="55055" y="41679"/>
                    <a:pt x="61081" y="38164"/>
                    <a:pt x="66171" y="33097"/>
                  </a:cubicBezTo>
                  <a:cubicBezTo>
                    <a:pt x="75324" y="23967"/>
                    <a:pt x="82583" y="14426"/>
                    <a:pt x="92831" y="8400"/>
                  </a:cubicBezTo>
                  <a:cubicBezTo>
                    <a:pt x="96278" y="6346"/>
                    <a:pt x="100135" y="4725"/>
                    <a:pt x="104472" y="3584"/>
                  </a:cubicBezTo>
                  <a:cubicBezTo>
                    <a:pt x="117916" y="0"/>
                    <a:pt x="133415" y="2009"/>
                    <a:pt x="143252" y="12007"/>
                  </a:cubicBezTo>
                  <a:cubicBezTo>
                    <a:pt x="149392" y="18238"/>
                    <a:pt x="153524" y="26569"/>
                    <a:pt x="157952" y="34832"/>
                  </a:cubicBezTo>
                  <a:cubicBezTo>
                    <a:pt x="160097" y="38872"/>
                    <a:pt x="162334" y="42592"/>
                    <a:pt x="164754" y="45834"/>
                  </a:cubicBezTo>
                  <a:cubicBezTo>
                    <a:pt x="173039" y="56949"/>
                    <a:pt x="183904" y="61446"/>
                    <a:pt x="197919" y="59255"/>
                  </a:cubicBezTo>
                  <a:cubicBezTo>
                    <a:pt x="206387" y="57954"/>
                    <a:pt x="214422" y="52544"/>
                    <a:pt x="222616" y="48618"/>
                  </a:cubicBezTo>
                  <a:cubicBezTo>
                    <a:pt x="232979" y="43642"/>
                    <a:pt x="244688" y="42615"/>
                    <a:pt x="255279" y="46427"/>
                  </a:cubicBezTo>
                  <a:cubicBezTo>
                    <a:pt x="263953" y="49554"/>
                    <a:pt x="268609" y="60967"/>
                    <a:pt x="277693" y="63592"/>
                  </a:cubicBezTo>
                  <a:cubicBezTo>
                    <a:pt x="282601" y="65007"/>
                    <a:pt x="287531" y="63546"/>
                    <a:pt x="292279" y="62382"/>
                  </a:cubicBezTo>
                  <a:cubicBezTo>
                    <a:pt x="303144" y="59734"/>
                    <a:pt x="308964" y="68043"/>
                    <a:pt x="318939" y="66217"/>
                  </a:cubicBezTo>
                  <a:cubicBezTo>
                    <a:pt x="321472" y="65737"/>
                    <a:pt x="323846" y="64276"/>
                    <a:pt x="326334" y="63341"/>
                  </a:cubicBezTo>
                  <a:cubicBezTo>
                    <a:pt x="328913" y="62359"/>
                    <a:pt x="333364" y="62359"/>
                    <a:pt x="333273" y="647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7"/>
            <p:cNvSpPr/>
            <p:nvPr/>
          </p:nvSpPr>
          <p:spPr>
            <a:xfrm>
              <a:off x="-734825" y="3016975"/>
              <a:ext cx="8334125" cy="1646300"/>
            </a:xfrm>
            <a:custGeom>
              <a:avLst/>
              <a:gdLst/>
              <a:ahLst/>
              <a:cxnLst/>
              <a:rect l="l" t="t" r="r" b="b"/>
              <a:pathLst>
                <a:path w="333365" h="65852" fill="none" extrusionOk="0">
                  <a:moveTo>
                    <a:pt x="1" y="29879"/>
                  </a:moveTo>
                  <a:cubicBezTo>
                    <a:pt x="6963" y="38530"/>
                    <a:pt x="16252" y="43916"/>
                    <a:pt x="26478" y="45811"/>
                  </a:cubicBezTo>
                  <a:cubicBezTo>
                    <a:pt x="33645" y="47135"/>
                    <a:pt x="41474" y="46610"/>
                    <a:pt x="48573" y="44145"/>
                  </a:cubicBezTo>
                  <a:cubicBezTo>
                    <a:pt x="54873" y="41953"/>
                    <a:pt x="60785" y="38370"/>
                    <a:pt x="65875" y="33462"/>
                  </a:cubicBezTo>
                  <a:cubicBezTo>
                    <a:pt x="74982" y="24629"/>
                    <a:pt x="82423" y="15294"/>
                    <a:pt x="92489" y="9154"/>
                  </a:cubicBezTo>
                  <a:cubicBezTo>
                    <a:pt x="95913" y="7031"/>
                    <a:pt x="99679" y="5342"/>
                    <a:pt x="103879" y="4064"/>
                  </a:cubicBezTo>
                  <a:cubicBezTo>
                    <a:pt x="117186" y="1"/>
                    <a:pt x="132456" y="1188"/>
                    <a:pt x="142682" y="10546"/>
                  </a:cubicBezTo>
                  <a:cubicBezTo>
                    <a:pt x="149164" y="16481"/>
                    <a:pt x="153570" y="24675"/>
                    <a:pt x="158135" y="32938"/>
                  </a:cubicBezTo>
                  <a:cubicBezTo>
                    <a:pt x="160326" y="36909"/>
                    <a:pt x="162540" y="40630"/>
                    <a:pt x="164937" y="43962"/>
                  </a:cubicBezTo>
                  <a:cubicBezTo>
                    <a:pt x="173040" y="55192"/>
                    <a:pt x="183745" y="57931"/>
                    <a:pt x="197508" y="59438"/>
                  </a:cubicBezTo>
                  <a:cubicBezTo>
                    <a:pt x="206958" y="60465"/>
                    <a:pt x="215768" y="52271"/>
                    <a:pt x="224784" y="47888"/>
                  </a:cubicBezTo>
                  <a:cubicBezTo>
                    <a:pt x="236174" y="42364"/>
                    <a:pt x="249139" y="41360"/>
                    <a:pt x="260780" y="45537"/>
                  </a:cubicBezTo>
                  <a:cubicBezTo>
                    <a:pt x="268769" y="48390"/>
                    <a:pt x="273471" y="58411"/>
                    <a:pt x="281871" y="61035"/>
                  </a:cubicBezTo>
                  <a:cubicBezTo>
                    <a:pt x="286390" y="62451"/>
                    <a:pt x="290932" y="61469"/>
                    <a:pt x="295337" y="60647"/>
                  </a:cubicBezTo>
                  <a:cubicBezTo>
                    <a:pt x="305244" y="58821"/>
                    <a:pt x="310927" y="65852"/>
                    <a:pt x="320080" y="64026"/>
                  </a:cubicBezTo>
                  <a:cubicBezTo>
                    <a:pt x="322408" y="63546"/>
                    <a:pt x="324600" y="62222"/>
                    <a:pt x="326882" y="61286"/>
                  </a:cubicBezTo>
                  <a:cubicBezTo>
                    <a:pt x="329256" y="60305"/>
                    <a:pt x="333205" y="60122"/>
                    <a:pt x="333364" y="6185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7"/>
            <p:cNvSpPr/>
            <p:nvPr/>
          </p:nvSpPr>
          <p:spPr>
            <a:xfrm>
              <a:off x="-718275" y="3071200"/>
              <a:ext cx="8335275" cy="1592075"/>
            </a:xfrm>
            <a:custGeom>
              <a:avLst/>
              <a:gdLst/>
              <a:ahLst/>
              <a:cxnLst/>
              <a:rect l="l" t="t" r="r" b="b"/>
              <a:pathLst>
                <a:path w="333411" h="63683" fill="none" extrusionOk="0">
                  <a:moveTo>
                    <a:pt x="1" y="32252"/>
                  </a:moveTo>
                  <a:cubicBezTo>
                    <a:pt x="6917" y="40857"/>
                    <a:pt x="16389" y="45788"/>
                    <a:pt x="26638" y="47180"/>
                  </a:cubicBezTo>
                  <a:cubicBezTo>
                    <a:pt x="33828" y="48139"/>
                    <a:pt x="41543" y="47294"/>
                    <a:pt x="48482" y="44623"/>
                  </a:cubicBezTo>
                  <a:cubicBezTo>
                    <a:pt x="54690" y="42250"/>
                    <a:pt x="60465" y="38598"/>
                    <a:pt x="65555" y="33827"/>
                  </a:cubicBezTo>
                  <a:cubicBezTo>
                    <a:pt x="74617" y="25313"/>
                    <a:pt x="82240" y="16206"/>
                    <a:pt x="92124" y="9929"/>
                  </a:cubicBezTo>
                  <a:cubicBezTo>
                    <a:pt x="95502" y="7761"/>
                    <a:pt x="99222" y="5980"/>
                    <a:pt x="103285" y="4565"/>
                  </a:cubicBezTo>
                  <a:cubicBezTo>
                    <a:pt x="116456" y="0"/>
                    <a:pt x="131475" y="388"/>
                    <a:pt x="142111" y="9130"/>
                  </a:cubicBezTo>
                  <a:cubicBezTo>
                    <a:pt x="148890" y="14722"/>
                    <a:pt x="153592" y="22803"/>
                    <a:pt x="158271" y="31042"/>
                  </a:cubicBezTo>
                  <a:cubicBezTo>
                    <a:pt x="160508" y="34968"/>
                    <a:pt x="162722" y="38712"/>
                    <a:pt x="165096" y="42090"/>
                  </a:cubicBezTo>
                  <a:cubicBezTo>
                    <a:pt x="172994" y="53480"/>
                    <a:pt x="183608" y="57862"/>
                    <a:pt x="197074" y="59620"/>
                  </a:cubicBezTo>
                  <a:cubicBezTo>
                    <a:pt x="207460" y="60989"/>
                    <a:pt x="217069" y="52042"/>
                    <a:pt x="226930" y="47203"/>
                  </a:cubicBezTo>
                  <a:cubicBezTo>
                    <a:pt x="239324" y="41108"/>
                    <a:pt x="253544" y="40127"/>
                    <a:pt x="266281" y="44669"/>
                  </a:cubicBezTo>
                  <a:cubicBezTo>
                    <a:pt x="273585" y="47271"/>
                    <a:pt x="278310" y="55876"/>
                    <a:pt x="286025" y="58501"/>
                  </a:cubicBezTo>
                  <a:cubicBezTo>
                    <a:pt x="290179" y="59916"/>
                    <a:pt x="294310" y="59414"/>
                    <a:pt x="298373" y="58935"/>
                  </a:cubicBezTo>
                  <a:cubicBezTo>
                    <a:pt x="307298" y="57908"/>
                    <a:pt x="312890" y="63683"/>
                    <a:pt x="321176" y="61857"/>
                  </a:cubicBezTo>
                  <a:cubicBezTo>
                    <a:pt x="323321" y="61377"/>
                    <a:pt x="325330" y="60190"/>
                    <a:pt x="327430" y="59254"/>
                  </a:cubicBezTo>
                  <a:cubicBezTo>
                    <a:pt x="329598" y="58296"/>
                    <a:pt x="333022" y="57908"/>
                    <a:pt x="333410" y="5900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7"/>
            <p:cNvSpPr/>
            <p:nvPr/>
          </p:nvSpPr>
          <p:spPr>
            <a:xfrm>
              <a:off x="-702300" y="3114550"/>
              <a:ext cx="8336975" cy="1548725"/>
            </a:xfrm>
            <a:custGeom>
              <a:avLst/>
              <a:gdLst/>
              <a:ahLst/>
              <a:cxnLst/>
              <a:rect l="l" t="t" r="r" b="b"/>
              <a:pathLst>
                <a:path w="333479" h="61949" fill="none" extrusionOk="0">
                  <a:moveTo>
                    <a:pt x="1" y="35083"/>
                  </a:moveTo>
                  <a:cubicBezTo>
                    <a:pt x="6871" y="43643"/>
                    <a:pt x="16526" y="48116"/>
                    <a:pt x="26821" y="48984"/>
                  </a:cubicBezTo>
                  <a:cubicBezTo>
                    <a:pt x="34011" y="49600"/>
                    <a:pt x="41611" y="48413"/>
                    <a:pt x="48436" y="45537"/>
                  </a:cubicBezTo>
                  <a:cubicBezTo>
                    <a:pt x="54508" y="42981"/>
                    <a:pt x="60168" y="39283"/>
                    <a:pt x="65258" y="34650"/>
                  </a:cubicBezTo>
                  <a:cubicBezTo>
                    <a:pt x="74274" y="26432"/>
                    <a:pt x="82058" y="17553"/>
                    <a:pt x="91781" y="11140"/>
                  </a:cubicBezTo>
                  <a:cubicBezTo>
                    <a:pt x="95114" y="8925"/>
                    <a:pt x="98766" y="7031"/>
                    <a:pt x="102692" y="5502"/>
                  </a:cubicBezTo>
                  <a:cubicBezTo>
                    <a:pt x="115725" y="457"/>
                    <a:pt x="130539" y="1"/>
                    <a:pt x="141541" y="8149"/>
                  </a:cubicBezTo>
                  <a:cubicBezTo>
                    <a:pt x="148662" y="13422"/>
                    <a:pt x="153638" y="21365"/>
                    <a:pt x="158454" y="29582"/>
                  </a:cubicBezTo>
                  <a:cubicBezTo>
                    <a:pt x="160714" y="33463"/>
                    <a:pt x="162951" y="37206"/>
                    <a:pt x="165256" y="40675"/>
                  </a:cubicBezTo>
                  <a:cubicBezTo>
                    <a:pt x="173017" y="52157"/>
                    <a:pt x="183425" y="58365"/>
                    <a:pt x="196664" y="60259"/>
                  </a:cubicBezTo>
                  <a:cubicBezTo>
                    <a:pt x="208008" y="61857"/>
                    <a:pt x="218416" y="52225"/>
                    <a:pt x="229098" y="46930"/>
                  </a:cubicBezTo>
                  <a:cubicBezTo>
                    <a:pt x="242520" y="40310"/>
                    <a:pt x="257973" y="39329"/>
                    <a:pt x="271782" y="44236"/>
                  </a:cubicBezTo>
                  <a:cubicBezTo>
                    <a:pt x="278424" y="46587"/>
                    <a:pt x="283194" y="53754"/>
                    <a:pt x="290202" y="56402"/>
                  </a:cubicBezTo>
                  <a:cubicBezTo>
                    <a:pt x="293968" y="57817"/>
                    <a:pt x="297734" y="57772"/>
                    <a:pt x="301432" y="57680"/>
                  </a:cubicBezTo>
                  <a:cubicBezTo>
                    <a:pt x="309375" y="57429"/>
                    <a:pt x="314853" y="61949"/>
                    <a:pt x="322317" y="60123"/>
                  </a:cubicBezTo>
                  <a:cubicBezTo>
                    <a:pt x="324257" y="59643"/>
                    <a:pt x="326083" y="58570"/>
                    <a:pt x="327978" y="57657"/>
                  </a:cubicBezTo>
                  <a:cubicBezTo>
                    <a:pt x="329964" y="56699"/>
                    <a:pt x="332862" y="56128"/>
                    <a:pt x="333479" y="56585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7"/>
            <p:cNvSpPr/>
            <p:nvPr/>
          </p:nvSpPr>
          <p:spPr>
            <a:xfrm>
              <a:off x="-685750" y="3148800"/>
              <a:ext cx="8338700" cy="1575525"/>
            </a:xfrm>
            <a:custGeom>
              <a:avLst/>
              <a:gdLst/>
              <a:ahLst/>
              <a:cxnLst/>
              <a:rect l="l" t="t" r="r" b="b"/>
              <a:pathLst>
                <a:path w="333548" h="63021" fill="none" extrusionOk="0">
                  <a:moveTo>
                    <a:pt x="1" y="38255"/>
                  </a:moveTo>
                  <a:cubicBezTo>
                    <a:pt x="6826" y="46769"/>
                    <a:pt x="16640" y="50809"/>
                    <a:pt x="26980" y="51175"/>
                  </a:cubicBezTo>
                  <a:cubicBezTo>
                    <a:pt x="34170" y="51448"/>
                    <a:pt x="41680" y="49896"/>
                    <a:pt x="48345" y="46815"/>
                  </a:cubicBezTo>
                  <a:cubicBezTo>
                    <a:pt x="54302" y="44076"/>
                    <a:pt x="59849" y="40310"/>
                    <a:pt x="64939" y="35813"/>
                  </a:cubicBezTo>
                  <a:cubicBezTo>
                    <a:pt x="73886" y="27916"/>
                    <a:pt x="81875" y="19242"/>
                    <a:pt x="91416" y="12714"/>
                  </a:cubicBezTo>
                  <a:cubicBezTo>
                    <a:pt x="94703" y="10454"/>
                    <a:pt x="98287" y="8468"/>
                    <a:pt x="102098" y="6802"/>
                  </a:cubicBezTo>
                  <a:cubicBezTo>
                    <a:pt x="114972" y="1233"/>
                    <a:pt x="129557" y="0"/>
                    <a:pt x="140970" y="7533"/>
                  </a:cubicBezTo>
                  <a:cubicBezTo>
                    <a:pt x="148411" y="12463"/>
                    <a:pt x="153661" y="20292"/>
                    <a:pt x="158614" y="28509"/>
                  </a:cubicBezTo>
                  <a:cubicBezTo>
                    <a:pt x="160896" y="32298"/>
                    <a:pt x="163133" y="36087"/>
                    <a:pt x="165416" y="39625"/>
                  </a:cubicBezTo>
                  <a:cubicBezTo>
                    <a:pt x="172994" y="51243"/>
                    <a:pt x="183151" y="59346"/>
                    <a:pt x="196230" y="61240"/>
                  </a:cubicBezTo>
                  <a:cubicBezTo>
                    <a:pt x="208533" y="63021"/>
                    <a:pt x="219740" y="52772"/>
                    <a:pt x="231244" y="47043"/>
                  </a:cubicBezTo>
                  <a:cubicBezTo>
                    <a:pt x="245670" y="39853"/>
                    <a:pt x="262401" y="38895"/>
                    <a:pt x="277283" y="44167"/>
                  </a:cubicBezTo>
                  <a:cubicBezTo>
                    <a:pt x="283240" y="46267"/>
                    <a:pt x="288033" y="52019"/>
                    <a:pt x="294356" y="54667"/>
                  </a:cubicBezTo>
                  <a:cubicBezTo>
                    <a:pt x="297734" y="56082"/>
                    <a:pt x="301112" y="56516"/>
                    <a:pt x="304445" y="56767"/>
                  </a:cubicBezTo>
                  <a:cubicBezTo>
                    <a:pt x="311429" y="57292"/>
                    <a:pt x="316793" y="60579"/>
                    <a:pt x="323435" y="58753"/>
                  </a:cubicBezTo>
                  <a:cubicBezTo>
                    <a:pt x="325170" y="58273"/>
                    <a:pt x="326814" y="57337"/>
                    <a:pt x="328525" y="56424"/>
                  </a:cubicBezTo>
                  <a:cubicBezTo>
                    <a:pt x="330283" y="55489"/>
                    <a:pt x="332680" y="54690"/>
                    <a:pt x="333547" y="5450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7"/>
            <p:cNvSpPr/>
            <p:nvPr/>
          </p:nvSpPr>
          <p:spPr>
            <a:xfrm>
              <a:off x="-669775" y="3182450"/>
              <a:ext cx="8340400" cy="1585825"/>
            </a:xfrm>
            <a:custGeom>
              <a:avLst/>
              <a:gdLst/>
              <a:ahLst/>
              <a:cxnLst/>
              <a:rect l="l" t="t" r="r" b="b"/>
              <a:pathLst>
                <a:path w="333616" h="63433" fill="none" extrusionOk="0">
                  <a:moveTo>
                    <a:pt x="1" y="41474"/>
                  </a:moveTo>
                  <a:cubicBezTo>
                    <a:pt x="6803" y="49943"/>
                    <a:pt x="16800" y="53503"/>
                    <a:pt x="27163" y="53366"/>
                  </a:cubicBezTo>
                  <a:cubicBezTo>
                    <a:pt x="34353" y="53275"/>
                    <a:pt x="41771" y="51403"/>
                    <a:pt x="48299" y="48139"/>
                  </a:cubicBezTo>
                  <a:cubicBezTo>
                    <a:pt x="54120" y="45195"/>
                    <a:pt x="59529" y="41383"/>
                    <a:pt x="64642" y="37024"/>
                  </a:cubicBezTo>
                  <a:cubicBezTo>
                    <a:pt x="73544" y="29423"/>
                    <a:pt x="81716" y="20977"/>
                    <a:pt x="91074" y="14312"/>
                  </a:cubicBezTo>
                  <a:cubicBezTo>
                    <a:pt x="94315" y="12007"/>
                    <a:pt x="97830" y="9907"/>
                    <a:pt x="101528" y="8150"/>
                  </a:cubicBezTo>
                  <a:cubicBezTo>
                    <a:pt x="114219" y="2032"/>
                    <a:pt x="128622" y="1"/>
                    <a:pt x="140399" y="6940"/>
                  </a:cubicBezTo>
                  <a:cubicBezTo>
                    <a:pt x="148183" y="11528"/>
                    <a:pt x="153729" y="19220"/>
                    <a:pt x="158797" y="27437"/>
                  </a:cubicBezTo>
                  <a:cubicBezTo>
                    <a:pt x="161102" y="31180"/>
                    <a:pt x="163339" y="34969"/>
                    <a:pt x="165599" y="38576"/>
                  </a:cubicBezTo>
                  <a:cubicBezTo>
                    <a:pt x="172994" y="50331"/>
                    <a:pt x="182763" y="61104"/>
                    <a:pt x="195819" y="62245"/>
                  </a:cubicBezTo>
                  <a:cubicBezTo>
                    <a:pt x="209195" y="63432"/>
                    <a:pt x="221087" y="53344"/>
                    <a:pt x="233413" y="47158"/>
                  </a:cubicBezTo>
                  <a:cubicBezTo>
                    <a:pt x="248842" y="39420"/>
                    <a:pt x="266806" y="38530"/>
                    <a:pt x="282784" y="44122"/>
                  </a:cubicBezTo>
                  <a:cubicBezTo>
                    <a:pt x="288056" y="45994"/>
                    <a:pt x="292895" y="50308"/>
                    <a:pt x="298533" y="52956"/>
                  </a:cubicBezTo>
                  <a:cubicBezTo>
                    <a:pt x="301523" y="54348"/>
                    <a:pt x="304513" y="55238"/>
                    <a:pt x="307503" y="55877"/>
                  </a:cubicBezTo>
                  <a:cubicBezTo>
                    <a:pt x="313529" y="57155"/>
                    <a:pt x="318779" y="59233"/>
                    <a:pt x="324554" y="57407"/>
                  </a:cubicBezTo>
                  <a:cubicBezTo>
                    <a:pt x="326083" y="56950"/>
                    <a:pt x="327590" y="56128"/>
                    <a:pt x="329073" y="55238"/>
                  </a:cubicBezTo>
                  <a:cubicBezTo>
                    <a:pt x="330648" y="54279"/>
                    <a:pt x="332520" y="53298"/>
                    <a:pt x="333616" y="5247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7"/>
            <p:cNvSpPr/>
            <p:nvPr/>
          </p:nvSpPr>
          <p:spPr>
            <a:xfrm>
              <a:off x="-653225" y="3170475"/>
              <a:ext cx="8341550" cy="1705650"/>
            </a:xfrm>
            <a:custGeom>
              <a:avLst/>
              <a:gdLst/>
              <a:ahLst/>
              <a:cxnLst/>
              <a:rect l="l" t="t" r="r" b="b"/>
              <a:pathLst>
                <a:path w="333662" h="68226" fill="none" extrusionOk="0">
                  <a:moveTo>
                    <a:pt x="1" y="46496"/>
                  </a:moveTo>
                  <a:cubicBezTo>
                    <a:pt x="11391" y="60739"/>
                    <a:pt x="32573" y="59780"/>
                    <a:pt x="48208" y="51266"/>
                  </a:cubicBezTo>
                  <a:cubicBezTo>
                    <a:pt x="63843" y="42752"/>
                    <a:pt x="76215" y="28441"/>
                    <a:pt x="90709" y="17736"/>
                  </a:cubicBezTo>
                  <a:cubicBezTo>
                    <a:pt x="105203" y="7031"/>
                    <a:pt x="124193" y="1"/>
                    <a:pt x="139806" y="8172"/>
                  </a:cubicBezTo>
                  <a:cubicBezTo>
                    <a:pt x="151561" y="14312"/>
                    <a:pt x="158545" y="27505"/>
                    <a:pt x="165735" y="39374"/>
                  </a:cubicBezTo>
                  <a:cubicBezTo>
                    <a:pt x="172948" y="51243"/>
                    <a:pt x="182421" y="63364"/>
                    <a:pt x="195385" y="65098"/>
                  </a:cubicBezTo>
                  <a:cubicBezTo>
                    <a:pt x="209697" y="66993"/>
                    <a:pt x="222388" y="55763"/>
                    <a:pt x="235558" y="49121"/>
                  </a:cubicBezTo>
                  <a:cubicBezTo>
                    <a:pt x="252015" y="40835"/>
                    <a:pt x="271234" y="39945"/>
                    <a:pt x="288284" y="45902"/>
                  </a:cubicBezTo>
                  <a:cubicBezTo>
                    <a:pt x="302459" y="50855"/>
                    <a:pt x="319144" y="68225"/>
                    <a:pt x="333661" y="5227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7"/>
            <p:cNvSpPr/>
            <p:nvPr/>
          </p:nvSpPr>
          <p:spPr>
            <a:xfrm>
              <a:off x="-641800" y="3285175"/>
              <a:ext cx="8351225" cy="1603500"/>
            </a:xfrm>
            <a:custGeom>
              <a:avLst/>
              <a:gdLst/>
              <a:ahLst/>
              <a:cxnLst/>
              <a:rect l="l" t="t" r="r" b="b"/>
              <a:pathLst>
                <a:path w="334049" h="64140" fill="none" extrusionOk="0">
                  <a:moveTo>
                    <a:pt x="0" y="44601"/>
                  </a:moveTo>
                  <a:cubicBezTo>
                    <a:pt x="12737" y="59597"/>
                    <a:pt x="35608" y="58525"/>
                    <a:pt x="52362" y="48847"/>
                  </a:cubicBezTo>
                  <a:cubicBezTo>
                    <a:pt x="67312" y="40241"/>
                    <a:pt x="79318" y="26432"/>
                    <a:pt x="93470" y="16252"/>
                  </a:cubicBezTo>
                  <a:cubicBezTo>
                    <a:pt x="108055" y="5753"/>
                    <a:pt x="126909" y="1"/>
                    <a:pt x="142134" y="8606"/>
                  </a:cubicBezTo>
                  <a:cubicBezTo>
                    <a:pt x="153683" y="15202"/>
                    <a:pt x="160873" y="28030"/>
                    <a:pt x="168725" y="38438"/>
                  </a:cubicBezTo>
                  <a:cubicBezTo>
                    <a:pt x="176508" y="48755"/>
                    <a:pt x="185753" y="58913"/>
                    <a:pt x="198329" y="59666"/>
                  </a:cubicBezTo>
                  <a:cubicBezTo>
                    <a:pt x="212116" y="60487"/>
                    <a:pt x="224579" y="49486"/>
                    <a:pt x="237635" y="43254"/>
                  </a:cubicBezTo>
                  <a:cubicBezTo>
                    <a:pt x="253681" y="35562"/>
                    <a:pt x="272169" y="35266"/>
                    <a:pt x="288649" y="41200"/>
                  </a:cubicBezTo>
                  <a:cubicBezTo>
                    <a:pt x="302459" y="46176"/>
                    <a:pt x="320445" y="64140"/>
                    <a:pt x="334049" y="4731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7"/>
            <p:cNvSpPr/>
            <p:nvPr/>
          </p:nvSpPr>
          <p:spPr>
            <a:xfrm>
              <a:off x="-630950" y="3398725"/>
              <a:ext cx="8360925" cy="1502500"/>
            </a:xfrm>
            <a:custGeom>
              <a:avLst/>
              <a:gdLst/>
              <a:ahLst/>
              <a:cxnLst/>
              <a:rect l="l" t="t" r="r" b="b"/>
              <a:pathLst>
                <a:path w="334437" h="60100" fill="none" extrusionOk="0">
                  <a:moveTo>
                    <a:pt x="0" y="42752"/>
                  </a:moveTo>
                  <a:cubicBezTo>
                    <a:pt x="14129" y="58525"/>
                    <a:pt x="38689" y="57338"/>
                    <a:pt x="56538" y="46496"/>
                  </a:cubicBezTo>
                  <a:cubicBezTo>
                    <a:pt x="70827" y="37822"/>
                    <a:pt x="82468" y="24469"/>
                    <a:pt x="96277" y="14792"/>
                  </a:cubicBezTo>
                  <a:cubicBezTo>
                    <a:pt x="110954" y="4497"/>
                    <a:pt x="129671" y="1"/>
                    <a:pt x="144461" y="9085"/>
                  </a:cubicBezTo>
                  <a:cubicBezTo>
                    <a:pt x="155851" y="16093"/>
                    <a:pt x="163178" y="28578"/>
                    <a:pt x="171738" y="37548"/>
                  </a:cubicBezTo>
                  <a:cubicBezTo>
                    <a:pt x="180023" y="46268"/>
                    <a:pt x="189085" y="54507"/>
                    <a:pt x="201296" y="54279"/>
                  </a:cubicBezTo>
                  <a:cubicBezTo>
                    <a:pt x="214558" y="54028"/>
                    <a:pt x="226769" y="43255"/>
                    <a:pt x="239711" y="37411"/>
                  </a:cubicBezTo>
                  <a:cubicBezTo>
                    <a:pt x="255370" y="30358"/>
                    <a:pt x="273151" y="30632"/>
                    <a:pt x="289060" y="36544"/>
                  </a:cubicBezTo>
                  <a:cubicBezTo>
                    <a:pt x="302458" y="41543"/>
                    <a:pt x="321768" y="60100"/>
                    <a:pt x="334436" y="4241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7"/>
            <p:cNvSpPr/>
            <p:nvPr/>
          </p:nvSpPr>
          <p:spPr>
            <a:xfrm>
              <a:off x="-619550" y="3512850"/>
              <a:ext cx="8370625" cy="1435175"/>
            </a:xfrm>
            <a:custGeom>
              <a:avLst/>
              <a:gdLst/>
              <a:ahLst/>
              <a:cxnLst/>
              <a:rect l="l" t="t" r="r" b="b"/>
              <a:pathLst>
                <a:path w="334825" h="57407" fill="none" extrusionOk="0">
                  <a:moveTo>
                    <a:pt x="1" y="40881"/>
                  </a:moveTo>
                  <a:cubicBezTo>
                    <a:pt x="15499" y="57406"/>
                    <a:pt x="41748" y="56174"/>
                    <a:pt x="60693" y="44122"/>
                  </a:cubicBezTo>
                  <a:cubicBezTo>
                    <a:pt x="74365" y="35448"/>
                    <a:pt x="85595" y="22484"/>
                    <a:pt x="99040" y="13308"/>
                  </a:cubicBezTo>
                  <a:cubicBezTo>
                    <a:pt x="113808" y="3242"/>
                    <a:pt x="132387" y="1"/>
                    <a:pt x="146767" y="9565"/>
                  </a:cubicBezTo>
                  <a:cubicBezTo>
                    <a:pt x="157975" y="17006"/>
                    <a:pt x="165416" y="29080"/>
                    <a:pt x="174705" y="36635"/>
                  </a:cubicBezTo>
                  <a:cubicBezTo>
                    <a:pt x="183470" y="43757"/>
                    <a:pt x="192418" y="50102"/>
                    <a:pt x="204219" y="48870"/>
                  </a:cubicBezTo>
                  <a:cubicBezTo>
                    <a:pt x="216978" y="47569"/>
                    <a:pt x="228961" y="37001"/>
                    <a:pt x="241789" y="31568"/>
                  </a:cubicBezTo>
                  <a:cubicBezTo>
                    <a:pt x="257036" y="25109"/>
                    <a:pt x="274110" y="25976"/>
                    <a:pt x="289425" y="31842"/>
                  </a:cubicBezTo>
                  <a:cubicBezTo>
                    <a:pt x="302459" y="36886"/>
                    <a:pt x="323070" y="56037"/>
                    <a:pt x="334825" y="3748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7"/>
            <p:cNvSpPr/>
            <p:nvPr/>
          </p:nvSpPr>
          <p:spPr>
            <a:xfrm>
              <a:off x="-608125" y="3626975"/>
              <a:ext cx="8380325" cy="1407775"/>
            </a:xfrm>
            <a:custGeom>
              <a:avLst/>
              <a:gdLst/>
              <a:ahLst/>
              <a:cxnLst/>
              <a:rect l="l" t="t" r="r" b="b"/>
              <a:pathLst>
                <a:path w="335213" h="56311" fill="none" extrusionOk="0">
                  <a:moveTo>
                    <a:pt x="0" y="39009"/>
                  </a:moveTo>
                  <a:cubicBezTo>
                    <a:pt x="16845" y="56311"/>
                    <a:pt x="44829" y="55033"/>
                    <a:pt x="64847" y="41748"/>
                  </a:cubicBezTo>
                  <a:cubicBezTo>
                    <a:pt x="77880" y="33097"/>
                    <a:pt x="88722" y="20521"/>
                    <a:pt x="101824" y="11824"/>
                  </a:cubicBezTo>
                  <a:cubicBezTo>
                    <a:pt x="116683" y="1987"/>
                    <a:pt x="135103" y="1"/>
                    <a:pt x="149095" y="10021"/>
                  </a:cubicBezTo>
                  <a:cubicBezTo>
                    <a:pt x="160097" y="17896"/>
                    <a:pt x="167583" y="29605"/>
                    <a:pt x="177695" y="35722"/>
                  </a:cubicBezTo>
                  <a:cubicBezTo>
                    <a:pt x="186848" y="41269"/>
                    <a:pt x="195727" y="45674"/>
                    <a:pt x="207163" y="43460"/>
                  </a:cubicBezTo>
                  <a:cubicBezTo>
                    <a:pt x="219397" y="41109"/>
                    <a:pt x="231129" y="30746"/>
                    <a:pt x="243866" y="25725"/>
                  </a:cubicBezTo>
                  <a:cubicBezTo>
                    <a:pt x="258679" y="19859"/>
                    <a:pt x="275068" y="21320"/>
                    <a:pt x="289813" y="27163"/>
                  </a:cubicBezTo>
                  <a:cubicBezTo>
                    <a:pt x="302458" y="32230"/>
                    <a:pt x="324371" y="51974"/>
                    <a:pt x="335213" y="32550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7"/>
            <p:cNvSpPr/>
            <p:nvPr/>
          </p:nvSpPr>
          <p:spPr>
            <a:xfrm>
              <a:off x="-597300" y="3741675"/>
              <a:ext cx="8390050" cy="1379825"/>
            </a:xfrm>
            <a:custGeom>
              <a:avLst/>
              <a:gdLst/>
              <a:ahLst/>
              <a:cxnLst/>
              <a:rect l="l" t="t" r="r" b="b"/>
              <a:pathLst>
                <a:path w="335602" h="55193" fill="none" extrusionOk="0">
                  <a:moveTo>
                    <a:pt x="1" y="37092"/>
                  </a:moveTo>
                  <a:cubicBezTo>
                    <a:pt x="18238" y="55192"/>
                    <a:pt x="47957" y="53914"/>
                    <a:pt x="69024" y="39351"/>
                  </a:cubicBezTo>
                  <a:cubicBezTo>
                    <a:pt x="81464" y="30746"/>
                    <a:pt x="91873" y="18535"/>
                    <a:pt x="104609" y="10341"/>
                  </a:cubicBezTo>
                  <a:cubicBezTo>
                    <a:pt x="119583" y="708"/>
                    <a:pt x="137843" y="1"/>
                    <a:pt x="151424" y="10455"/>
                  </a:cubicBezTo>
                  <a:cubicBezTo>
                    <a:pt x="162243" y="18786"/>
                    <a:pt x="169707" y="30153"/>
                    <a:pt x="180686" y="34786"/>
                  </a:cubicBezTo>
                  <a:cubicBezTo>
                    <a:pt x="190204" y="38827"/>
                    <a:pt x="199060" y="41269"/>
                    <a:pt x="210131" y="38050"/>
                  </a:cubicBezTo>
                  <a:cubicBezTo>
                    <a:pt x="221840" y="34649"/>
                    <a:pt x="233321" y="24447"/>
                    <a:pt x="245943" y="19836"/>
                  </a:cubicBezTo>
                  <a:cubicBezTo>
                    <a:pt x="260369" y="14586"/>
                    <a:pt x="276050" y="16640"/>
                    <a:pt x="290225" y="22461"/>
                  </a:cubicBezTo>
                  <a:cubicBezTo>
                    <a:pt x="302459" y="27551"/>
                    <a:pt x="325672" y="47865"/>
                    <a:pt x="335601" y="27574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7"/>
            <p:cNvSpPr/>
            <p:nvPr/>
          </p:nvSpPr>
          <p:spPr>
            <a:xfrm>
              <a:off x="-585875" y="3842100"/>
              <a:ext cx="8399725" cy="1365550"/>
            </a:xfrm>
            <a:custGeom>
              <a:avLst/>
              <a:gdLst/>
              <a:ahLst/>
              <a:cxnLst/>
              <a:rect l="l" t="t" r="r" b="b"/>
              <a:pathLst>
                <a:path w="335989" h="54622" fill="none" extrusionOk="0">
                  <a:moveTo>
                    <a:pt x="0" y="35768"/>
                  </a:moveTo>
                  <a:cubicBezTo>
                    <a:pt x="19584" y="54622"/>
                    <a:pt x="51106" y="53389"/>
                    <a:pt x="73178" y="37503"/>
                  </a:cubicBezTo>
                  <a:cubicBezTo>
                    <a:pt x="85047" y="28989"/>
                    <a:pt x="94999" y="17120"/>
                    <a:pt x="107393" y="9405"/>
                  </a:cubicBezTo>
                  <a:cubicBezTo>
                    <a:pt x="122458" y="1"/>
                    <a:pt x="140559" y="572"/>
                    <a:pt x="153729" y="11482"/>
                  </a:cubicBezTo>
                  <a:cubicBezTo>
                    <a:pt x="164365" y="20247"/>
                    <a:pt x="171784" y="31317"/>
                    <a:pt x="183676" y="34421"/>
                  </a:cubicBezTo>
                  <a:cubicBezTo>
                    <a:pt x="193490" y="36978"/>
                    <a:pt x="202369" y="37412"/>
                    <a:pt x="213074" y="33189"/>
                  </a:cubicBezTo>
                  <a:cubicBezTo>
                    <a:pt x="224259" y="28761"/>
                    <a:pt x="235489" y="18718"/>
                    <a:pt x="248020" y="14541"/>
                  </a:cubicBezTo>
                  <a:cubicBezTo>
                    <a:pt x="262012" y="9862"/>
                    <a:pt x="277008" y="12486"/>
                    <a:pt x="290589" y="18330"/>
                  </a:cubicBezTo>
                  <a:cubicBezTo>
                    <a:pt x="302481" y="23420"/>
                    <a:pt x="326973" y="44350"/>
                    <a:pt x="335989" y="2319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7"/>
            <p:cNvSpPr/>
            <p:nvPr/>
          </p:nvSpPr>
          <p:spPr>
            <a:xfrm>
              <a:off x="-575050" y="3925425"/>
              <a:ext cx="8410025" cy="1368975"/>
            </a:xfrm>
            <a:custGeom>
              <a:avLst/>
              <a:gdLst/>
              <a:ahLst/>
              <a:cxnLst/>
              <a:rect l="l" t="t" r="r" b="b"/>
              <a:pathLst>
                <a:path w="336401" h="54759" fill="none" extrusionOk="0">
                  <a:moveTo>
                    <a:pt x="1" y="35129"/>
                  </a:moveTo>
                  <a:cubicBezTo>
                    <a:pt x="20977" y="54758"/>
                    <a:pt x="54280" y="53594"/>
                    <a:pt x="77356" y="36361"/>
                  </a:cubicBezTo>
                  <a:cubicBezTo>
                    <a:pt x="88654" y="27939"/>
                    <a:pt x="98173" y="16389"/>
                    <a:pt x="110179" y="9153"/>
                  </a:cubicBezTo>
                  <a:cubicBezTo>
                    <a:pt x="125380" y="0"/>
                    <a:pt x="143298" y="1849"/>
                    <a:pt x="156080" y="13171"/>
                  </a:cubicBezTo>
                  <a:cubicBezTo>
                    <a:pt x="166512" y="22392"/>
                    <a:pt x="173861" y="33280"/>
                    <a:pt x="186666" y="34741"/>
                  </a:cubicBezTo>
                  <a:cubicBezTo>
                    <a:pt x="196778" y="35905"/>
                    <a:pt x="205725" y="34284"/>
                    <a:pt x="216020" y="29011"/>
                  </a:cubicBezTo>
                  <a:cubicBezTo>
                    <a:pt x="226702" y="23556"/>
                    <a:pt x="237681" y="13673"/>
                    <a:pt x="250098" y="9929"/>
                  </a:cubicBezTo>
                  <a:cubicBezTo>
                    <a:pt x="263679" y="5821"/>
                    <a:pt x="277990" y="9062"/>
                    <a:pt x="291001" y="14860"/>
                  </a:cubicBezTo>
                  <a:cubicBezTo>
                    <a:pt x="302482" y="19995"/>
                    <a:pt x="328297" y="41520"/>
                    <a:pt x="336400" y="19493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7"/>
            <p:cNvSpPr/>
            <p:nvPr/>
          </p:nvSpPr>
          <p:spPr>
            <a:xfrm>
              <a:off x="-563625" y="4008725"/>
              <a:ext cx="8419150" cy="1371825"/>
            </a:xfrm>
            <a:custGeom>
              <a:avLst/>
              <a:gdLst/>
              <a:ahLst/>
              <a:cxnLst/>
              <a:rect l="l" t="t" r="r" b="b"/>
              <a:pathLst>
                <a:path w="336766" h="54873" fill="none" extrusionOk="0">
                  <a:moveTo>
                    <a:pt x="0" y="34490"/>
                  </a:moveTo>
                  <a:cubicBezTo>
                    <a:pt x="22346" y="54873"/>
                    <a:pt x="57475" y="53869"/>
                    <a:pt x="81510" y="35220"/>
                  </a:cubicBezTo>
                  <a:cubicBezTo>
                    <a:pt x="92238" y="26912"/>
                    <a:pt x="101299" y="15682"/>
                    <a:pt x="112963" y="8903"/>
                  </a:cubicBezTo>
                  <a:cubicBezTo>
                    <a:pt x="128256" y="1"/>
                    <a:pt x="145991" y="3105"/>
                    <a:pt x="158385" y="14860"/>
                  </a:cubicBezTo>
                  <a:cubicBezTo>
                    <a:pt x="168611" y="24561"/>
                    <a:pt x="175984" y="34079"/>
                    <a:pt x="189656" y="35061"/>
                  </a:cubicBezTo>
                  <a:cubicBezTo>
                    <a:pt x="200064" y="35814"/>
                    <a:pt x="209057" y="31135"/>
                    <a:pt x="218964" y="24835"/>
                  </a:cubicBezTo>
                  <a:cubicBezTo>
                    <a:pt x="229121" y="18375"/>
                    <a:pt x="239849" y="8606"/>
                    <a:pt x="252174" y="5296"/>
                  </a:cubicBezTo>
                  <a:cubicBezTo>
                    <a:pt x="265322" y="1781"/>
                    <a:pt x="278926" y="5662"/>
                    <a:pt x="291365" y="11414"/>
                  </a:cubicBezTo>
                  <a:cubicBezTo>
                    <a:pt x="302481" y="16595"/>
                    <a:pt x="329598" y="38690"/>
                    <a:pt x="336765" y="1579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7"/>
            <p:cNvSpPr/>
            <p:nvPr/>
          </p:nvSpPr>
          <p:spPr>
            <a:xfrm>
              <a:off x="-552225" y="4034975"/>
              <a:ext cx="8428850" cy="1432325"/>
            </a:xfrm>
            <a:custGeom>
              <a:avLst/>
              <a:gdLst/>
              <a:ahLst/>
              <a:cxnLst/>
              <a:rect l="l" t="t" r="r" b="b"/>
              <a:pathLst>
                <a:path w="337154" h="57293" fill="none" extrusionOk="0">
                  <a:moveTo>
                    <a:pt x="1" y="36133"/>
                  </a:moveTo>
                  <a:cubicBezTo>
                    <a:pt x="23694" y="57292"/>
                    <a:pt x="60716" y="56448"/>
                    <a:pt x="85687" y="36362"/>
                  </a:cubicBezTo>
                  <a:cubicBezTo>
                    <a:pt x="95844" y="28167"/>
                    <a:pt x="104450" y="17257"/>
                    <a:pt x="115725" y="10957"/>
                  </a:cubicBezTo>
                  <a:cubicBezTo>
                    <a:pt x="131155" y="2306"/>
                    <a:pt x="148685" y="6666"/>
                    <a:pt x="160691" y="18832"/>
                  </a:cubicBezTo>
                  <a:cubicBezTo>
                    <a:pt x="170711" y="28989"/>
                    <a:pt x="178084" y="39671"/>
                    <a:pt x="192647" y="37663"/>
                  </a:cubicBezTo>
                  <a:cubicBezTo>
                    <a:pt x="203420" y="36179"/>
                    <a:pt x="212390" y="30290"/>
                    <a:pt x="221909" y="22940"/>
                  </a:cubicBezTo>
                  <a:cubicBezTo>
                    <a:pt x="231564" y="15499"/>
                    <a:pt x="241995" y="5821"/>
                    <a:pt x="254252" y="2968"/>
                  </a:cubicBezTo>
                  <a:cubicBezTo>
                    <a:pt x="266966" y="1"/>
                    <a:pt x="279885" y="4520"/>
                    <a:pt x="291754" y="10249"/>
                  </a:cubicBezTo>
                  <a:cubicBezTo>
                    <a:pt x="302459" y="15454"/>
                    <a:pt x="330899" y="38119"/>
                    <a:pt x="337154" y="14381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7"/>
            <p:cNvSpPr/>
            <p:nvPr/>
          </p:nvSpPr>
          <p:spPr>
            <a:xfrm>
              <a:off x="-541375" y="4016150"/>
              <a:ext cx="8438550" cy="1537300"/>
            </a:xfrm>
            <a:custGeom>
              <a:avLst/>
              <a:gdLst/>
              <a:ahLst/>
              <a:cxnLst/>
              <a:rect l="l" t="t" r="r" b="b"/>
              <a:pathLst>
                <a:path w="337542" h="61492" fill="none" extrusionOk="0">
                  <a:moveTo>
                    <a:pt x="1" y="39580"/>
                  </a:moveTo>
                  <a:cubicBezTo>
                    <a:pt x="25086" y="61492"/>
                    <a:pt x="64026" y="60876"/>
                    <a:pt x="89864" y="39306"/>
                  </a:cubicBezTo>
                  <a:cubicBezTo>
                    <a:pt x="99496" y="31248"/>
                    <a:pt x="107622" y="20635"/>
                    <a:pt x="118532" y="14791"/>
                  </a:cubicBezTo>
                  <a:cubicBezTo>
                    <a:pt x="134076" y="6437"/>
                    <a:pt x="151378" y="12052"/>
                    <a:pt x="163042" y="24629"/>
                  </a:cubicBezTo>
                  <a:cubicBezTo>
                    <a:pt x="172834" y="35266"/>
                    <a:pt x="180275" y="45879"/>
                    <a:pt x="195636" y="42068"/>
                  </a:cubicBezTo>
                  <a:cubicBezTo>
                    <a:pt x="206821" y="39306"/>
                    <a:pt x="215768" y="31248"/>
                    <a:pt x="224876" y="22849"/>
                  </a:cubicBezTo>
                  <a:cubicBezTo>
                    <a:pt x="234028" y="14403"/>
                    <a:pt x="244186" y="4840"/>
                    <a:pt x="256329" y="2443"/>
                  </a:cubicBezTo>
                  <a:cubicBezTo>
                    <a:pt x="268632" y="1"/>
                    <a:pt x="280866" y="5182"/>
                    <a:pt x="292165" y="10866"/>
                  </a:cubicBezTo>
                  <a:cubicBezTo>
                    <a:pt x="302482" y="16115"/>
                    <a:pt x="332223" y="39374"/>
                    <a:pt x="337541" y="1476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7"/>
            <p:cNvSpPr/>
            <p:nvPr/>
          </p:nvSpPr>
          <p:spPr>
            <a:xfrm>
              <a:off x="-529950" y="3997325"/>
              <a:ext cx="8448225" cy="1642875"/>
            </a:xfrm>
            <a:custGeom>
              <a:avLst/>
              <a:gdLst/>
              <a:ahLst/>
              <a:cxnLst/>
              <a:rect l="l" t="t" r="r" b="b"/>
              <a:pathLst>
                <a:path w="337929" h="65715" fill="none" extrusionOk="0">
                  <a:moveTo>
                    <a:pt x="0" y="43003"/>
                  </a:moveTo>
                  <a:cubicBezTo>
                    <a:pt x="26455" y="65714"/>
                    <a:pt x="67358" y="65372"/>
                    <a:pt x="94018" y="42250"/>
                  </a:cubicBezTo>
                  <a:cubicBezTo>
                    <a:pt x="103125" y="34330"/>
                    <a:pt x="110794" y="24035"/>
                    <a:pt x="121294" y="18626"/>
                  </a:cubicBezTo>
                  <a:cubicBezTo>
                    <a:pt x="136998" y="10546"/>
                    <a:pt x="154071" y="17393"/>
                    <a:pt x="165347" y="30404"/>
                  </a:cubicBezTo>
                  <a:cubicBezTo>
                    <a:pt x="174933" y="41497"/>
                    <a:pt x="182511" y="52111"/>
                    <a:pt x="198626" y="46473"/>
                  </a:cubicBezTo>
                  <a:cubicBezTo>
                    <a:pt x="210244" y="42433"/>
                    <a:pt x="219123" y="32230"/>
                    <a:pt x="227820" y="22780"/>
                  </a:cubicBezTo>
                  <a:cubicBezTo>
                    <a:pt x="236493" y="13330"/>
                    <a:pt x="246354" y="3812"/>
                    <a:pt x="258405" y="1895"/>
                  </a:cubicBezTo>
                  <a:cubicBezTo>
                    <a:pt x="270275" y="0"/>
                    <a:pt x="281801" y="5844"/>
                    <a:pt x="292529" y="11504"/>
                  </a:cubicBezTo>
                  <a:cubicBezTo>
                    <a:pt x="302481" y="16754"/>
                    <a:pt x="333524" y="40629"/>
                    <a:pt x="337929" y="15156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7"/>
            <p:cNvSpPr/>
            <p:nvPr/>
          </p:nvSpPr>
          <p:spPr>
            <a:xfrm>
              <a:off x="-654350" y="4033850"/>
              <a:ext cx="8560075" cy="1414625"/>
            </a:xfrm>
            <a:custGeom>
              <a:avLst/>
              <a:gdLst/>
              <a:ahLst/>
              <a:cxnLst/>
              <a:rect l="l" t="t" r="r" b="b"/>
              <a:pathLst>
                <a:path w="342403" h="56585" fill="none" extrusionOk="0">
                  <a:moveTo>
                    <a:pt x="0" y="37776"/>
                  </a:moveTo>
                  <a:cubicBezTo>
                    <a:pt x="15293" y="50718"/>
                    <a:pt x="35950" y="56584"/>
                    <a:pt x="55237" y="53891"/>
                  </a:cubicBezTo>
                  <a:cubicBezTo>
                    <a:pt x="69891" y="51836"/>
                    <a:pt x="84180" y="46016"/>
                    <a:pt x="95889" y="37867"/>
                  </a:cubicBezTo>
                  <a:cubicBezTo>
                    <a:pt x="98697" y="35904"/>
                    <a:pt x="101367" y="33804"/>
                    <a:pt x="104015" y="31750"/>
                  </a:cubicBezTo>
                  <a:cubicBezTo>
                    <a:pt x="110087" y="26957"/>
                    <a:pt x="115839" y="22186"/>
                    <a:pt x="122960" y="19516"/>
                  </a:cubicBezTo>
                  <a:cubicBezTo>
                    <a:pt x="125083" y="18740"/>
                    <a:pt x="127228" y="18169"/>
                    <a:pt x="129420" y="17872"/>
                  </a:cubicBezTo>
                  <a:cubicBezTo>
                    <a:pt x="142841" y="15978"/>
                    <a:pt x="156970" y="22780"/>
                    <a:pt x="167218" y="33097"/>
                  </a:cubicBezTo>
                  <a:cubicBezTo>
                    <a:pt x="169889" y="35767"/>
                    <a:pt x="172445" y="38347"/>
                    <a:pt x="175025" y="40606"/>
                  </a:cubicBezTo>
                  <a:cubicBezTo>
                    <a:pt x="182283" y="47043"/>
                    <a:pt x="189815" y="51015"/>
                    <a:pt x="201616" y="46724"/>
                  </a:cubicBezTo>
                  <a:cubicBezTo>
                    <a:pt x="209719" y="43756"/>
                    <a:pt x="216590" y="38027"/>
                    <a:pt x="223003" y="31613"/>
                  </a:cubicBezTo>
                  <a:cubicBezTo>
                    <a:pt x="225879" y="28737"/>
                    <a:pt x="228687" y="25724"/>
                    <a:pt x="231449" y="22757"/>
                  </a:cubicBezTo>
                  <a:cubicBezTo>
                    <a:pt x="240351" y="13262"/>
                    <a:pt x="250234" y="3652"/>
                    <a:pt x="262149" y="913"/>
                  </a:cubicBezTo>
                  <a:cubicBezTo>
                    <a:pt x="265436" y="160"/>
                    <a:pt x="268700" y="0"/>
                    <a:pt x="271941" y="206"/>
                  </a:cubicBezTo>
                  <a:cubicBezTo>
                    <a:pt x="277259" y="525"/>
                    <a:pt x="282532" y="1940"/>
                    <a:pt x="287736" y="3903"/>
                  </a:cubicBezTo>
                  <a:cubicBezTo>
                    <a:pt x="290635" y="4999"/>
                    <a:pt x="293511" y="6323"/>
                    <a:pt x="296318" y="7761"/>
                  </a:cubicBezTo>
                  <a:cubicBezTo>
                    <a:pt x="300587" y="9929"/>
                    <a:pt x="307845" y="15225"/>
                    <a:pt x="315263" y="19151"/>
                  </a:cubicBezTo>
                  <a:cubicBezTo>
                    <a:pt x="326630" y="25177"/>
                    <a:pt x="338888" y="28486"/>
                    <a:pt x="342403" y="13992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7"/>
            <p:cNvSpPr/>
            <p:nvPr/>
          </p:nvSpPr>
          <p:spPr>
            <a:xfrm>
              <a:off x="-778175" y="4026425"/>
              <a:ext cx="8671350" cy="1337025"/>
            </a:xfrm>
            <a:custGeom>
              <a:avLst/>
              <a:gdLst/>
              <a:ahLst/>
              <a:cxnLst/>
              <a:rect l="l" t="t" r="r" b="b"/>
              <a:pathLst>
                <a:path w="346854" h="53481" fill="none" extrusionOk="0">
                  <a:moveTo>
                    <a:pt x="0" y="34284"/>
                  </a:moveTo>
                  <a:cubicBezTo>
                    <a:pt x="15407" y="47158"/>
                    <a:pt x="36863" y="53480"/>
                    <a:pt x="56196" y="50148"/>
                  </a:cubicBezTo>
                  <a:cubicBezTo>
                    <a:pt x="71169" y="47568"/>
                    <a:pt x="85709" y="41657"/>
                    <a:pt x="97738" y="35243"/>
                  </a:cubicBezTo>
                  <a:cubicBezTo>
                    <a:pt x="100591" y="33713"/>
                    <a:pt x="103330" y="32139"/>
                    <a:pt x="106001" y="30609"/>
                  </a:cubicBezTo>
                  <a:cubicBezTo>
                    <a:pt x="112118" y="27140"/>
                    <a:pt x="117687" y="23739"/>
                    <a:pt x="124603" y="22187"/>
                  </a:cubicBezTo>
                  <a:cubicBezTo>
                    <a:pt x="126658" y="21707"/>
                    <a:pt x="128735" y="21433"/>
                    <a:pt x="130858" y="21411"/>
                  </a:cubicBezTo>
                  <a:cubicBezTo>
                    <a:pt x="144005" y="21137"/>
                    <a:pt x="158225" y="28121"/>
                    <a:pt x="169090" y="37548"/>
                  </a:cubicBezTo>
                  <a:cubicBezTo>
                    <a:pt x="171898" y="39990"/>
                    <a:pt x="174659" y="42296"/>
                    <a:pt x="177398" y="44304"/>
                  </a:cubicBezTo>
                  <a:cubicBezTo>
                    <a:pt x="185068" y="49942"/>
                    <a:pt x="192942" y="53206"/>
                    <a:pt x="204606" y="48732"/>
                  </a:cubicBezTo>
                  <a:cubicBezTo>
                    <a:pt x="212778" y="45605"/>
                    <a:pt x="219808" y="39831"/>
                    <a:pt x="226382" y="33417"/>
                  </a:cubicBezTo>
                  <a:cubicBezTo>
                    <a:pt x="229349" y="30518"/>
                    <a:pt x="232225" y="27505"/>
                    <a:pt x="235078" y="24515"/>
                  </a:cubicBezTo>
                  <a:cubicBezTo>
                    <a:pt x="244162" y="14974"/>
                    <a:pt x="254114" y="5182"/>
                    <a:pt x="265869" y="1690"/>
                  </a:cubicBezTo>
                  <a:cubicBezTo>
                    <a:pt x="269111" y="731"/>
                    <a:pt x="272306" y="297"/>
                    <a:pt x="275502" y="183"/>
                  </a:cubicBezTo>
                  <a:cubicBezTo>
                    <a:pt x="280774" y="1"/>
                    <a:pt x="286001" y="799"/>
                    <a:pt x="291274" y="2306"/>
                  </a:cubicBezTo>
                  <a:cubicBezTo>
                    <a:pt x="294264" y="3150"/>
                    <a:pt x="297208" y="4360"/>
                    <a:pt x="300062" y="5775"/>
                  </a:cubicBezTo>
                  <a:cubicBezTo>
                    <a:pt x="304649" y="8035"/>
                    <a:pt x="311839" y="13559"/>
                    <a:pt x="319052" y="17713"/>
                  </a:cubicBezTo>
                  <a:cubicBezTo>
                    <a:pt x="330237" y="24173"/>
                    <a:pt x="342471" y="28258"/>
                    <a:pt x="346853" y="14609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7"/>
            <p:cNvSpPr/>
            <p:nvPr/>
          </p:nvSpPr>
          <p:spPr>
            <a:xfrm>
              <a:off x="-902575" y="4005875"/>
              <a:ext cx="8783775" cy="1396950"/>
            </a:xfrm>
            <a:custGeom>
              <a:avLst/>
              <a:gdLst/>
              <a:ahLst/>
              <a:cxnLst/>
              <a:rect l="l" t="t" r="r" b="b"/>
              <a:pathLst>
                <a:path w="351351" h="55878" fill="none" extrusionOk="0">
                  <a:moveTo>
                    <a:pt x="0" y="31317"/>
                  </a:moveTo>
                  <a:cubicBezTo>
                    <a:pt x="15567" y="44145"/>
                    <a:pt x="37799" y="50878"/>
                    <a:pt x="57178" y="46930"/>
                  </a:cubicBezTo>
                  <a:cubicBezTo>
                    <a:pt x="72471" y="43825"/>
                    <a:pt x="87216" y="37845"/>
                    <a:pt x="99610" y="33143"/>
                  </a:cubicBezTo>
                  <a:cubicBezTo>
                    <a:pt x="102509" y="32048"/>
                    <a:pt x="105293" y="30998"/>
                    <a:pt x="108010" y="30016"/>
                  </a:cubicBezTo>
                  <a:cubicBezTo>
                    <a:pt x="114127" y="27848"/>
                    <a:pt x="119536" y="25816"/>
                    <a:pt x="126247" y="25360"/>
                  </a:cubicBezTo>
                  <a:cubicBezTo>
                    <a:pt x="128233" y="25223"/>
                    <a:pt x="130264" y="25246"/>
                    <a:pt x="132319" y="25451"/>
                  </a:cubicBezTo>
                  <a:cubicBezTo>
                    <a:pt x="145215" y="26843"/>
                    <a:pt x="159526" y="33988"/>
                    <a:pt x="170962" y="42524"/>
                  </a:cubicBezTo>
                  <a:cubicBezTo>
                    <a:pt x="173952" y="44738"/>
                    <a:pt x="176874" y="46770"/>
                    <a:pt x="179795" y="48527"/>
                  </a:cubicBezTo>
                  <a:cubicBezTo>
                    <a:pt x="187852" y="53366"/>
                    <a:pt x="196070" y="55877"/>
                    <a:pt x="207619" y="51266"/>
                  </a:cubicBezTo>
                  <a:cubicBezTo>
                    <a:pt x="215859" y="47980"/>
                    <a:pt x="223049" y="42182"/>
                    <a:pt x="229805" y="35722"/>
                  </a:cubicBezTo>
                  <a:cubicBezTo>
                    <a:pt x="232841" y="32824"/>
                    <a:pt x="235808" y="29788"/>
                    <a:pt x="238730" y="26775"/>
                  </a:cubicBezTo>
                  <a:cubicBezTo>
                    <a:pt x="248020" y="17211"/>
                    <a:pt x="257995" y="7282"/>
                    <a:pt x="269613" y="2968"/>
                  </a:cubicBezTo>
                  <a:cubicBezTo>
                    <a:pt x="272785" y="1804"/>
                    <a:pt x="275958" y="1119"/>
                    <a:pt x="279085" y="708"/>
                  </a:cubicBezTo>
                  <a:cubicBezTo>
                    <a:pt x="284312" y="1"/>
                    <a:pt x="289494" y="183"/>
                    <a:pt x="294812" y="1211"/>
                  </a:cubicBezTo>
                  <a:cubicBezTo>
                    <a:pt x="297893" y="1827"/>
                    <a:pt x="300906" y="2922"/>
                    <a:pt x="303851" y="4315"/>
                  </a:cubicBezTo>
                  <a:cubicBezTo>
                    <a:pt x="308735" y="6643"/>
                    <a:pt x="315857" y="12418"/>
                    <a:pt x="322887" y="16800"/>
                  </a:cubicBezTo>
                  <a:cubicBezTo>
                    <a:pt x="333866" y="23693"/>
                    <a:pt x="346100" y="28555"/>
                    <a:pt x="351350" y="15727"/>
                  </a:cubicBezTo>
                </a:path>
              </a:pathLst>
            </a:custGeom>
            <a:noFill/>
            <a:ln w="970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7"/>
            <p:cNvSpPr/>
            <p:nvPr/>
          </p:nvSpPr>
          <p:spPr>
            <a:xfrm>
              <a:off x="-1026400" y="3973925"/>
              <a:ext cx="8895025" cy="1475100"/>
            </a:xfrm>
            <a:custGeom>
              <a:avLst/>
              <a:gdLst/>
              <a:ahLst/>
              <a:cxnLst/>
              <a:rect l="l" t="t" r="r" b="b"/>
              <a:pathLst>
                <a:path w="355801" h="59004" fill="none" extrusionOk="0">
                  <a:moveTo>
                    <a:pt x="0" y="28806"/>
                  </a:moveTo>
                  <a:cubicBezTo>
                    <a:pt x="15704" y="41588"/>
                    <a:pt x="38712" y="48733"/>
                    <a:pt x="58136" y="44168"/>
                  </a:cubicBezTo>
                  <a:cubicBezTo>
                    <a:pt x="73726" y="40515"/>
                    <a:pt x="88676" y="34444"/>
                    <a:pt x="101459" y="31522"/>
                  </a:cubicBezTo>
                  <a:cubicBezTo>
                    <a:pt x="104403" y="30838"/>
                    <a:pt x="107233" y="30290"/>
                    <a:pt x="110018" y="29879"/>
                  </a:cubicBezTo>
                  <a:cubicBezTo>
                    <a:pt x="116090" y="29012"/>
                    <a:pt x="121385" y="28327"/>
                    <a:pt x="127890" y="29012"/>
                  </a:cubicBezTo>
                  <a:cubicBezTo>
                    <a:pt x="129808" y="29194"/>
                    <a:pt x="131771" y="29491"/>
                    <a:pt x="133756" y="29970"/>
                  </a:cubicBezTo>
                  <a:cubicBezTo>
                    <a:pt x="146379" y="33006"/>
                    <a:pt x="160804" y="40287"/>
                    <a:pt x="172811" y="47957"/>
                  </a:cubicBezTo>
                  <a:cubicBezTo>
                    <a:pt x="175960" y="49965"/>
                    <a:pt x="179087" y="51723"/>
                    <a:pt x="182169" y="53206"/>
                  </a:cubicBezTo>
                  <a:cubicBezTo>
                    <a:pt x="190637" y="57246"/>
                    <a:pt x="199197" y="59004"/>
                    <a:pt x="210586" y="54256"/>
                  </a:cubicBezTo>
                  <a:cubicBezTo>
                    <a:pt x="218918" y="50810"/>
                    <a:pt x="226267" y="44966"/>
                    <a:pt x="233183" y="38507"/>
                  </a:cubicBezTo>
                  <a:cubicBezTo>
                    <a:pt x="236311" y="35585"/>
                    <a:pt x="239346" y="32549"/>
                    <a:pt x="242359" y="29514"/>
                  </a:cubicBezTo>
                  <a:cubicBezTo>
                    <a:pt x="251832" y="19904"/>
                    <a:pt x="261852" y="9838"/>
                    <a:pt x="273333" y="4725"/>
                  </a:cubicBezTo>
                  <a:cubicBezTo>
                    <a:pt x="276460" y="3333"/>
                    <a:pt x="279564" y="2397"/>
                    <a:pt x="282646" y="1667"/>
                  </a:cubicBezTo>
                  <a:cubicBezTo>
                    <a:pt x="287827" y="457"/>
                    <a:pt x="292986" y="1"/>
                    <a:pt x="298350" y="594"/>
                  </a:cubicBezTo>
                  <a:cubicBezTo>
                    <a:pt x="301522" y="936"/>
                    <a:pt x="304604" y="1918"/>
                    <a:pt x="307594" y="3310"/>
                  </a:cubicBezTo>
                  <a:cubicBezTo>
                    <a:pt x="312798" y="5730"/>
                    <a:pt x="319874" y="11733"/>
                    <a:pt x="326676" y="16344"/>
                  </a:cubicBezTo>
                  <a:cubicBezTo>
                    <a:pt x="337472" y="23670"/>
                    <a:pt x="349684" y="29308"/>
                    <a:pt x="355801" y="17302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7"/>
            <p:cNvSpPr/>
            <p:nvPr/>
          </p:nvSpPr>
          <p:spPr>
            <a:xfrm>
              <a:off x="-1150800" y="3937400"/>
              <a:ext cx="9006875" cy="1557850"/>
            </a:xfrm>
            <a:custGeom>
              <a:avLst/>
              <a:gdLst/>
              <a:ahLst/>
              <a:cxnLst/>
              <a:rect l="l" t="t" r="r" b="b"/>
              <a:pathLst>
                <a:path w="360275" h="62314" fill="none" extrusionOk="0">
                  <a:moveTo>
                    <a:pt x="0" y="26478"/>
                  </a:moveTo>
                  <a:cubicBezTo>
                    <a:pt x="15841" y="39215"/>
                    <a:pt x="39648" y="46747"/>
                    <a:pt x="59118" y="41588"/>
                  </a:cubicBezTo>
                  <a:cubicBezTo>
                    <a:pt x="75027" y="37389"/>
                    <a:pt x="90137" y="31203"/>
                    <a:pt x="103330" y="30062"/>
                  </a:cubicBezTo>
                  <a:cubicBezTo>
                    <a:pt x="106298" y="29811"/>
                    <a:pt x="109174" y="29765"/>
                    <a:pt x="112027" y="29925"/>
                  </a:cubicBezTo>
                  <a:cubicBezTo>
                    <a:pt x="118053" y="30290"/>
                    <a:pt x="123234" y="31020"/>
                    <a:pt x="129557" y="32824"/>
                  </a:cubicBezTo>
                  <a:cubicBezTo>
                    <a:pt x="131383" y="33349"/>
                    <a:pt x="133300" y="33942"/>
                    <a:pt x="135240" y="34672"/>
                  </a:cubicBezTo>
                  <a:cubicBezTo>
                    <a:pt x="147589" y="39374"/>
                    <a:pt x="162106" y="46770"/>
                    <a:pt x="174705" y="53572"/>
                  </a:cubicBezTo>
                  <a:cubicBezTo>
                    <a:pt x="178015" y="55352"/>
                    <a:pt x="181302" y="56836"/>
                    <a:pt x="184588" y="58045"/>
                  </a:cubicBezTo>
                  <a:cubicBezTo>
                    <a:pt x="193422" y="61332"/>
                    <a:pt x="202324" y="62314"/>
                    <a:pt x="213599" y="57429"/>
                  </a:cubicBezTo>
                  <a:cubicBezTo>
                    <a:pt x="221999" y="53800"/>
                    <a:pt x="229509" y="47957"/>
                    <a:pt x="236607" y="41474"/>
                  </a:cubicBezTo>
                  <a:cubicBezTo>
                    <a:pt x="239803" y="38553"/>
                    <a:pt x="242907" y="35494"/>
                    <a:pt x="245989" y="32413"/>
                  </a:cubicBezTo>
                  <a:cubicBezTo>
                    <a:pt x="255689" y="22758"/>
                    <a:pt x="265755" y="12600"/>
                    <a:pt x="277077" y="6666"/>
                  </a:cubicBezTo>
                  <a:cubicBezTo>
                    <a:pt x="280135" y="5068"/>
                    <a:pt x="283217" y="3858"/>
                    <a:pt x="286230" y="2831"/>
                  </a:cubicBezTo>
                  <a:cubicBezTo>
                    <a:pt x="291365" y="1096"/>
                    <a:pt x="296501" y="1"/>
                    <a:pt x="301911" y="161"/>
                  </a:cubicBezTo>
                  <a:cubicBezTo>
                    <a:pt x="305152" y="252"/>
                    <a:pt x="308324" y="1096"/>
                    <a:pt x="311383" y="2489"/>
                  </a:cubicBezTo>
                  <a:cubicBezTo>
                    <a:pt x="316884" y="4977"/>
                    <a:pt x="323891" y="11231"/>
                    <a:pt x="330488" y="16070"/>
                  </a:cubicBezTo>
                  <a:cubicBezTo>
                    <a:pt x="341102" y="23853"/>
                    <a:pt x="353290" y="30244"/>
                    <a:pt x="360275" y="19060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7"/>
            <p:cNvSpPr/>
            <p:nvPr/>
          </p:nvSpPr>
          <p:spPr>
            <a:xfrm>
              <a:off x="-1274625" y="3889475"/>
              <a:ext cx="9118150" cy="1652000"/>
            </a:xfrm>
            <a:custGeom>
              <a:avLst/>
              <a:gdLst/>
              <a:ahLst/>
              <a:cxnLst/>
              <a:rect l="l" t="t" r="r" b="b"/>
              <a:pathLst>
                <a:path w="364726" h="66080" fill="none" extrusionOk="0">
                  <a:moveTo>
                    <a:pt x="0" y="24606"/>
                  </a:moveTo>
                  <a:cubicBezTo>
                    <a:pt x="15978" y="37297"/>
                    <a:pt x="40561" y="45217"/>
                    <a:pt x="60099" y="39465"/>
                  </a:cubicBezTo>
                  <a:cubicBezTo>
                    <a:pt x="76282" y="34718"/>
                    <a:pt x="91598" y="28372"/>
                    <a:pt x="105179" y="29057"/>
                  </a:cubicBezTo>
                  <a:cubicBezTo>
                    <a:pt x="108192" y="29217"/>
                    <a:pt x="111091" y="29673"/>
                    <a:pt x="114013" y="30427"/>
                  </a:cubicBezTo>
                  <a:cubicBezTo>
                    <a:pt x="119993" y="32002"/>
                    <a:pt x="125060" y="34170"/>
                    <a:pt x="131177" y="37092"/>
                  </a:cubicBezTo>
                  <a:cubicBezTo>
                    <a:pt x="132958" y="37959"/>
                    <a:pt x="134806" y="38826"/>
                    <a:pt x="136678" y="39831"/>
                  </a:cubicBezTo>
                  <a:cubicBezTo>
                    <a:pt x="148775" y="46199"/>
                    <a:pt x="163406" y="53731"/>
                    <a:pt x="176554" y="59643"/>
                  </a:cubicBezTo>
                  <a:cubicBezTo>
                    <a:pt x="180046" y="61195"/>
                    <a:pt x="183516" y="62428"/>
                    <a:pt x="186962" y="63363"/>
                  </a:cubicBezTo>
                  <a:cubicBezTo>
                    <a:pt x="196184" y="65874"/>
                    <a:pt x="205428" y="66080"/>
                    <a:pt x="216589" y="61058"/>
                  </a:cubicBezTo>
                  <a:cubicBezTo>
                    <a:pt x="225035" y="57246"/>
                    <a:pt x="232727" y="51380"/>
                    <a:pt x="239985" y="44875"/>
                  </a:cubicBezTo>
                  <a:cubicBezTo>
                    <a:pt x="243272" y="41953"/>
                    <a:pt x="246468" y="38872"/>
                    <a:pt x="249618" y="35790"/>
                  </a:cubicBezTo>
                  <a:cubicBezTo>
                    <a:pt x="259501" y="26090"/>
                    <a:pt x="269613" y="15796"/>
                    <a:pt x="280797" y="9062"/>
                  </a:cubicBezTo>
                  <a:cubicBezTo>
                    <a:pt x="283810" y="7236"/>
                    <a:pt x="286823" y="5775"/>
                    <a:pt x="289813" y="4429"/>
                  </a:cubicBezTo>
                  <a:cubicBezTo>
                    <a:pt x="294880" y="2169"/>
                    <a:pt x="299993" y="457"/>
                    <a:pt x="305448" y="160"/>
                  </a:cubicBezTo>
                  <a:cubicBezTo>
                    <a:pt x="308781" y="0"/>
                    <a:pt x="312022" y="754"/>
                    <a:pt x="315126" y="2123"/>
                  </a:cubicBezTo>
                  <a:cubicBezTo>
                    <a:pt x="320947" y="4680"/>
                    <a:pt x="327886" y="11208"/>
                    <a:pt x="334277" y="16252"/>
                  </a:cubicBezTo>
                  <a:cubicBezTo>
                    <a:pt x="344708" y="24492"/>
                    <a:pt x="356874" y="31636"/>
                    <a:pt x="364726" y="21274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7"/>
            <p:cNvSpPr/>
            <p:nvPr/>
          </p:nvSpPr>
          <p:spPr>
            <a:xfrm>
              <a:off x="-1399025" y="3835275"/>
              <a:ext cx="9230000" cy="1767250"/>
            </a:xfrm>
            <a:custGeom>
              <a:avLst/>
              <a:gdLst/>
              <a:ahLst/>
              <a:cxnLst/>
              <a:rect l="l" t="t" r="r" b="b"/>
              <a:pathLst>
                <a:path w="369200" h="70690" fill="none" extrusionOk="0">
                  <a:moveTo>
                    <a:pt x="0" y="22985"/>
                  </a:moveTo>
                  <a:cubicBezTo>
                    <a:pt x="16138" y="35630"/>
                    <a:pt x="41474" y="43916"/>
                    <a:pt x="61081" y="37593"/>
                  </a:cubicBezTo>
                  <a:cubicBezTo>
                    <a:pt x="77561" y="32275"/>
                    <a:pt x="93059" y="25770"/>
                    <a:pt x="107051" y="28303"/>
                  </a:cubicBezTo>
                  <a:cubicBezTo>
                    <a:pt x="110087" y="28874"/>
                    <a:pt x="113031" y="29810"/>
                    <a:pt x="116021" y="31179"/>
                  </a:cubicBezTo>
                  <a:cubicBezTo>
                    <a:pt x="121979" y="33918"/>
                    <a:pt x="126932" y="37548"/>
                    <a:pt x="132843" y="41633"/>
                  </a:cubicBezTo>
                  <a:cubicBezTo>
                    <a:pt x="134533" y="42797"/>
                    <a:pt x="136313" y="43984"/>
                    <a:pt x="138139" y="45217"/>
                  </a:cubicBezTo>
                  <a:cubicBezTo>
                    <a:pt x="149962" y="53297"/>
                    <a:pt x="164708" y="60921"/>
                    <a:pt x="178426" y="65965"/>
                  </a:cubicBezTo>
                  <a:cubicBezTo>
                    <a:pt x="182078" y="67289"/>
                    <a:pt x="185730" y="68270"/>
                    <a:pt x="189359" y="68932"/>
                  </a:cubicBezTo>
                  <a:cubicBezTo>
                    <a:pt x="198946" y="70690"/>
                    <a:pt x="208555" y="70074"/>
                    <a:pt x="219580" y="64938"/>
                  </a:cubicBezTo>
                  <a:cubicBezTo>
                    <a:pt x="228116" y="60966"/>
                    <a:pt x="235968" y="55077"/>
                    <a:pt x="243409" y="48549"/>
                  </a:cubicBezTo>
                  <a:cubicBezTo>
                    <a:pt x="246765" y="45605"/>
                    <a:pt x="250029" y="42524"/>
                    <a:pt x="253270" y="39396"/>
                  </a:cubicBezTo>
                  <a:cubicBezTo>
                    <a:pt x="263359" y="29673"/>
                    <a:pt x="273516" y="19265"/>
                    <a:pt x="284540" y="11709"/>
                  </a:cubicBezTo>
                  <a:cubicBezTo>
                    <a:pt x="287508" y="9678"/>
                    <a:pt x="290475" y="7920"/>
                    <a:pt x="293397" y="6300"/>
                  </a:cubicBezTo>
                  <a:cubicBezTo>
                    <a:pt x="298418" y="3492"/>
                    <a:pt x="303485" y="1141"/>
                    <a:pt x="308986" y="434"/>
                  </a:cubicBezTo>
                  <a:cubicBezTo>
                    <a:pt x="312433" y="0"/>
                    <a:pt x="315720" y="639"/>
                    <a:pt x="318915" y="2009"/>
                  </a:cubicBezTo>
                  <a:cubicBezTo>
                    <a:pt x="325033" y="4634"/>
                    <a:pt x="331903" y="11413"/>
                    <a:pt x="338089" y="16685"/>
                  </a:cubicBezTo>
                  <a:cubicBezTo>
                    <a:pt x="348314" y="25382"/>
                    <a:pt x="360480" y="33279"/>
                    <a:pt x="369200" y="23738"/>
                  </a:cubicBezTo>
                </a:path>
              </a:pathLst>
            </a:custGeom>
            <a:noFill/>
            <a:ln w="102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7"/>
            <p:cNvSpPr/>
            <p:nvPr/>
          </p:nvSpPr>
          <p:spPr>
            <a:xfrm>
              <a:off x="-1523425" y="3781050"/>
              <a:ext cx="9342425" cy="1887675"/>
            </a:xfrm>
            <a:custGeom>
              <a:avLst/>
              <a:gdLst/>
              <a:ahLst/>
              <a:cxnLst/>
              <a:rect l="l" t="t" r="r" b="b"/>
              <a:pathLst>
                <a:path w="373697" h="75507" fill="none" extrusionOk="0">
                  <a:moveTo>
                    <a:pt x="0" y="21365"/>
                  </a:moveTo>
                  <a:cubicBezTo>
                    <a:pt x="16275" y="33965"/>
                    <a:pt x="42410" y="42615"/>
                    <a:pt x="62062" y="35722"/>
                  </a:cubicBezTo>
                  <a:cubicBezTo>
                    <a:pt x="78839" y="29833"/>
                    <a:pt x="94543" y="23146"/>
                    <a:pt x="108923" y="27574"/>
                  </a:cubicBezTo>
                  <a:cubicBezTo>
                    <a:pt x="112004" y="28509"/>
                    <a:pt x="114994" y="29947"/>
                    <a:pt x="118053" y="31933"/>
                  </a:cubicBezTo>
                  <a:cubicBezTo>
                    <a:pt x="123987" y="35836"/>
                    <a:pt x="128803" y="40926"/>
                    <a:pt x="134510" y="46153"/>
                  </a:cubicBezTo>
                  <a:cubicBezTo>
                    <a:pt x="136130" y="47660"/>
                    <a:pt x="137842" y="49143"/>
                    <a:pt x="139623" y="50627"/>
                  </a:cubicBezTo>
                  <a:cubicBezTo>
                    <a:pt x="151149" y="60396"/>
                    <a:pt x="166032" y="68088"/>
                    <a:pt x="180320" y="72265"/>
                  </a:cubicBezTo>
                  <a:cubicBezTo>
                    <a:pt x="184132" y="73384"/>
                    <a:pt x="187967" y="74114"/>
                    <a:pt x="191779" y="74502"/>
                  </a:cubicBezTo>
                  <a:cubicBezTo>
                    <a:pt x="201730" y="75507"/>
                    <a:pt x="211682" y="74091"/>
                    <a:pt x="222593" y="68819"/>
                  </a:cubicBezTo>
                  <a:cubicBezTo>
                    <a:pt x="231198" y="64665"/>
                    <a:pt x="239209" y="58753"/>
                    <a:pt x="246810" y="52202"/>
                  </a:cubicBezTo>
                  <a:cubicBezTo>
                    <a:pt x="250257" y="49258"/>
                    <a:pt x="253612" y="46176"/>
                    <a:pt x="256922" y="43026"/>
                  </a:cubicBezTo>
                  <a:cubicBezTo>
                    <a:pt x="267193" y="33257"/>
                    <a:pt x="277419" y="22712"/>
                    <a:pt x="288284" y="14335"/>
                  </a:cubicBezTo>
                  <a:cubicBezTo>
                    <a:pt x="291183" y="12121"/>
                    <a:pt x="294104" y="10089"/>
                    <a:pt x="296980" y="8149"/>
                  </a:cubicBezTo>
                  <a:cubicBezTo>
                    <a:pt x="301956" y="4840"/>
                    <a:pt x="307001" y="1827"/>
                    <a:pt x="312547" y="708"/>
                  </a:cubicBezTo>
                  <a:cubicBezTo>
                    <a:pt x="316062" y="1"/>
                    <a:pt x="319440" y="526"/>
                    <a:pt x="322704" y="1895"/>
                  </a:cubicBezTo>
                  <a:cubicBezTo>
                    <a:pt x="329118" y="4589"/>
                    <a:pt x="335920" y="11642"/>
                    <a:pt x="341901" y="17120"/>
                  </a:cubicBezTo>
                  <a:cubicBezTo>
                    <a:pt x="351921" y="26273"/>
                    <a:pt x="364110" y="34923"/>
                    <a:pt x="373696" y="26204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7"/>
            <p:cNvSpPr/>
            <p:nvPr/>
          </p:nvSpPr>
          <p:spPr>
            <a:xfrm>
              <a:off x="-1647250" y="3726275"/>
              <a:ext cx="9453700" cy="2008650"/>
            </a:xfrm>
            <a:custGeom>
              <a:avLst/>
              <a:gdLst/>
              <a:ahLst/>
              <a:cxnLst/>
              <a:rect l="l" t="t" r="r" b="b"/>
              <a:pathLst>
                <a:path w="378148" h="80346" fill="none" extrusionOk="0">
                  <a:moveTo>
                    <a:pt x="0" y="19767"/>
                  </a:moveTo>
                  <a:cubicBezTo>
                    <a:pt x="16412" y="32321"/>
                    <a:pt x="43300" y="41337"/>
                    <a:pt x="63021" y="33873"/>
                  </a:cubicBezTo>
                  <a:cubicBezTo>
                    <a:pt x="80094" y="27414"/>
                    <a:pt x="96049" y="20520"/>
                    <a:pt x="110771" y="26843"/>
                  </a:cubicBezTo>
                  <a:cubicBezTo>
                    <a:pt x="113898" y="28190"/>
                    <a:pt x="116957" y="30107"/>
                    <a:pt x="120038" y="32709"/>
                  </a:cubicBezTo>
                  <a:cubicBezTo>
                    <a:pt x="125996" y="37753"/>
                    <a:pt x="130652" y="44350"/>
                    <a:pt x="136130" y="50695"/>
                  </a:cubicBezTo>
                  <a:cubicBezTo>
                    <a:pt x="137705" y="52521"/>
                    <a:pt x="139349" y="54302"/>
                    <a:pt x="141061" y="56059"/>
                  </a:cubicBezTo>
                  <a:cubicBezTo>
                    <a:pt x="152291" y="67518"/>
                    <a:pt x="167310" y="75301"/>
                    <a:pt x="182169" y="78611"/>
                  </a:cubicBezTo>
                  <a:cubicBezTo>
                    <a:pt x="186163" y="79501"/>
                    <a:pt x="190158" y="79980"/>
                    <a:pt x="194152" y="80071"/>
                  </a:cubicBezTo>
                  <a:cubicBezTo>
                    <a:pt x="204492" y="80345"/>
                    <a:pt x="214786" y="78109"/>
                    <a:pt x="225560" y="72722"/>
                  </a:cubicBezTo>
                  <a:cubicBezTo>
                    <a:pt x="234233" y="68385"/>
                    <a:pt x="242428" y="62473"/>
                    <a:pt x="250211" y="55900"/>
                  </a:cubicBezTo>
                  <a:cubicBezTo>
                    <a:pt x="253703" y="52932"/>
                    <a:pt x="257150" y="49828"/>
                    <a:pt x="260551" y="46655"/>
                  </a:cubicBezTo>
                  <a:cubicBezTo>
                    <a:pt x="271028" y="36863"/>
                    <a:pt x="281299" y="26204"/>
                    <a:pt x="292027" y="17005"/>
                  </a:cubicBezTo>
                  <a:cubicBezTo>
                    <a:pt x="294858" y="14563"/>
                    <a:pt x="297711" y="12280"/>
                    <a:pt x="300541" y="10044"/>
                  </a:cubicBezTo>
                  <a:cubicBezTo>
                    <a:pt x="305448" y="6186"/>
                    <a:pt x="310493" y="2511"/>
                    <a:pt x="316085" y="982"/>
                  </a:cubicBezTo>
                  <a:cubicBezTo>
                    <a:pt x="319691" y="0"/>
                    <a:pt x="323138" y="457"/>
                    <a:pt x="326448" y="1804"/>
                  </a:cubicBezTo>
                  <a:cubicBezTo>
                    <a:pt x="333181" y="4566"/>
                    <a:pt x="339915" y="11892"/>
                    <a:pt x="345689" y="17576"/>
                  </a:cubicBezTo>
                  <a:cubicBezTo>
                    <a:pt x="355527" y="27185"/>
                    <a:pt x="367693" y="36589"/>
                    <a:pt x="378147" y="28715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7"/>
            <p:cNvSpPr/>
            <p:nvPr/>
          </p:nvSpPr>
          <p:spPr>
            <a:xfrm>
              <a:off x="-1771650" y="3672075"/>
              <a:ext cx="9565525" cy="2145600"/>
            </a:xfrm>
            <a:custGeom>
              <a:avLst/>
              <a:gdLst/>
              <a:ahLst/>
              <a:cxnLst/>
              <a:rect l="l" t="t" r="r" b="b"/>
              <a:pathLst>
                <a:path w="382621" h="85824" fill="none" extrusionOk="0">
                  <a:moveTo>
                    <a:pt x="0" y="18169"/>
                  </a:moveTo>
                  <a:cubicBezTo>
                    <a:pt x="16549" y="30654"/>
                    <a:pt x="44213" y="39990"/>
                    <a:pt x="64025" y="32001"/>
                  </a:cubicBezTo>
                  <a:cubicBezTo>
                    <a:pt x="81372" y="24925"/>
                    <a:pt x="97578" y="17872"/>
                    <a:pt x="112643" y="26089"/>
                  </a:cubicBezTo>
                  <a:cubicBezTo>
                    <a:pt x="115816" y="27824"/>
                    <a:pt x="118943" y="30244"/>
                    <a:pt x="122047" y="33462"/>
                  </a:cubicBezTo>
                  <a:cubicBezTo>
                    <a:pt x="128050" y="39693"/>
                    <a:pt x="132547" y="47728"/>
                    <a:pt x="137797" y="55237"/>
                  </a:cubicBezTo>
                  <a:cubicBezTo>
                    <a:pt x="139303" y="57360"/>
                    <a:pt x="140855" y="59460"/>
                    <a:pt x="142521" y="61468"/>
                  </a:cubicBezTo>
                  <a:cubicBezTo>
                    <a:pt x="153455" y="74616"/>
                    <a:pt x="168634" y="82445"/>
                    <a:pt x="184041" y="84933"/>
                  </a:cubicBezTo>
                  <a:cubicBezTo>
                    <a:pt x="188195" y="85595"/>
                    <a:pt x="192395" y="85823"/>
                    <a:pt x="196549" y="85640"/>
                  </a:cubicBezTo>
                  <a:cubicBezTo>
                    <a:pt x="207300" y="85161"/>
                    <a:pt x="217891" y="82103"/>
                    <a:pt x="228573" y="76602"/>
                  </a:cubicBezTo>
                  <a:cubicBezTo>
                    <a:pt x="237292" y="72059"/>
                    <a:pt x="245669" y="66148"/>
                    <a:pt x="253612" y="59574"/>
                  </a:cubicBezTo>
                  <a:cubicBezTo>
                    <a:pt x="257196" y="56607"/>
                    <a:pt x="260711" y="53480"/>
                    <a:pt x="264180" y="50284"/>
                  </a:cubicBezTo>
                  <a:cubicBezTo>
                    <a:pt x="274863" y="40424"/>
                    <a:pt x="285202" y="29673"/>
                    <a:pt x="295771" y="19653"/>
                  </a:cubicBezTo>
                  <a:cubicBezTo>
                    <a:pt x="298555" y="17005"/>
                    <a:pt x="301340" y="14426"/>
                    <a:pt x="304125" y="11892"/>
                  </a:cubicBezTo>
                  <a:cubicBezTo>
                    <a:pt x="308964" y="7510"/>
                    <a:pt x="313985" y="3196"/>
                    <a:pt x="319646" y="1255"/>
                  </a:cubicBezTo>
                  <a:cubicBezTo>
                    <a:pt x="323321" y="0"/>
                    <a:pt x="326859" y="342"/>
                    <a:pt x="330237" y="1689"/>
                  </a:cubicBezTo>
                  <a:cubicBezTo>
                    <a:pt x="337290" y="4497"/>
                    <a:pt x="343909" y="12120"/>
                    <a:pt x="349524" y="18009"/>
                  </a:cubicBezTo>
                  <a:cubicBezTo>
                    <a:pt x="359111" y="28098"/>
                    <a:pt x="371300" y="38232"/>
                    <a:pt x="382621" y="31179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7"/>
            <p:cNvSpPr/>
            <p:nvPr/>
          </p:nvSpPr>
          <p:spPr>
            <a:xfrm>
              <a:off x="-1895475" y="3534550"/>
              <a:ext cx="9676800" cy="2418925"/>
            </a:xfrm>
            <a:custGeom>
              <a:avLst/>
              <a:gdLst/>
              <a:ahLst/>
              <a:cxnLst/>
              <a:rect l="l" t="t" r="r" b="b"/>
              <a:pathLst>
                <a:path w="387072" h="96757" fill="none" extrusionOk="0">
                  <a:moveTo>
                    <a:pt x="0" y="19881"/>
                  </a:moveTo>
                  <a:cubicBezTo>
                    <a:pt x="16685" y="32321"/>
                    <a:pt x="45126" y="42044"/>
                    <a:pt x="64984" y="33462"/>
                  </a:cubicBezTo>
                  <a:cubicBezTo>
                    <a:pt x="86348" y="24241"/>
                    <a:pt x="106001" y="15499"/>
                    <a:pt x="124056" y="37548"/>
                  </a:cubicBezTo>
                  <a:cubicBezTo>
                    <a:pt x="131816" y="47066"/>
                    <a:pt x="136701" y="60031"/>
                    <a:pt x="143959" y="70211"/>
                  </a:cubicBezTo>
                  <a:cubicBezTo>
                    <a:pt x="157449" y="89064"/>
                    <a:pt x="178540" y="96756"/>
                    <a:pt x="198946" y="94542"/>
                  </a:cubicBezTo>
                  <a:cubicBezTo>
                    <a:pt x="219351" y="92328"/>
                    <a:pt x="239141" y="81098"/>
                    <a:pt x="257013" y="66559"/>
                  </a:cubicBezTo>
                  <a:cubicBezTo>
                    <a:pt x="274863" y="52042"/>
                    <a:pt x="291114" y="34170"/>
                    <a:pt x="307708" y="17096"/>
                  </a:cubicBezTo>
                  <a:cubicBezTo>
                    <a:pt x="312479" y="12166"/>
                    <a:pt x="317455" y="7190"/>
                    <a:pt x="323161" y="4862"/>
                  </a:cubicBezTo>
                  <a:cubicBezTo>
                    <a:pt x="334984" y="0"/>
                    <a:pt x="345370" y="12828"/>
                    <a:pt x="353313" y="21753"/>
                  </a:cubicBezTo>
                  <a:cubicBezTo>
                    <a:pt x="362694" y="32321"/>
                    <a:pt x="374883" y="43208"/>
                    <a:pt x="387072" y="36977"/>
                  </a:cubicBezTo>
                </a:path>
              </a:pathLst>
            </a:custGeom>
            <a:noFill/>
            <a:ln w="108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8" name="Google Shape;3008;p27"/>
          <p:cNvGrpSpPr/>
          <p:nvPr/>
        </p:nvGrpSpPr>
        <p:grpSpPr>
          <a:xfrm flipH="1">
            <a:off x="399205" y="155022"/>
            <a:ext cx="8576082" cy="4845464"/>
            <a:chOff x="3490760" y="3205574"/>
            <a:chExt cx="3292036" cy="1859992"/>
          </a:xfrm>
        </p:grpSpPr>
        <p:sp>
          <p:nvSpPr>
            <p:cNvPr id="3009" name="Google Shape;3009;p27"/>
            <p:cNvSpPr/>
            <p:nvPr/>
          </p:nvSpPr>
          <p:spPr>
            <a:xfrm>
              <a:off x="6757096" y="4569020"/>
              <a:ext cx="25700" cy="21700"/>
            </a:xfrm>
            <a:custGeom>
              <a:avLst/>
              <a:gdLst/>
              <a:ahLst/>
              <a:cxnLst/>
              <a:rect l="l" t="t" r="r" b="b"/>
              <a:pathLst>
                <a:path w="1028" h="868" extrusionOk="0">
                  <a:moveTo>
                    <a:pt x="502" y="0"/>
                  </a:moveTo>
                  <a:lnTo>
                    <a:pt x="251" y="434"/>
                  </a:lnTo>
                  <a:lnTo>
                    <a:pt x="0" y="867"/>
                  </a:lnTo>
                  <a:lnTo>
                    <a:pt x="1027" y="867"/>
                  </a:lnTo>
                  <a:lnTo>
                    <a:pt x="754" y="434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27"/>
            <p:cNvSpPr/>
            <p:nvPr/>
          </p:nvSpPr>
          <p:spPr>
            <a:xfrm>
              <a:off x="5068420" y="3439843"/>
              <a:ext cx="25725" cy="21700"/>
            </a:xfrm>
            <a:custGeom>
              <a:avLst/>
              <a:gdLst/>
              <a:ahLst/>
              <a:cxnLst/>
              <a:rect l="l" t="t" r="r" b="b"/>
              <a:pathLst>
                <a:path w="1029" h="868" extrusionOk="0">
                  <a:moveTo>
                    <a:pt x="526" y="0"/>
                  </a:moveTo>
                  <a:lnTo>
                    <a:pt x="252" y="434"/>
                  </a:lnTo>
                  <a:lnTo>
                    <a:pt x="1" y="868"/>
                  </a:lnTo>
                  <a:lnTo>
                    <a:pt x="1028" y="868"/>
                  </a:lnTo>
                  <a:lnTo>
                    <a:pt x="777" y="43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27"/>
            <p:cNvSpPr/>
            <p:nvPr/>
          </p:nvSpPr>
          <p:spPr>
            <a:xfrm>
              <a:off x="5621228" y="5040416"/>
              <a:ext cx="28550" cy="25150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61"/>
                  </a:moveTo>
                  <a:lnTo>
                    <a:pt x="1005" y="914"/>
                  </a:lnTo>
                  <a:lnTo>
                    <a:pt x="115" y="914"/>
                  </a:lnTo>
                  <a:lnTo>
                    <a:pt x="571" y="161"/>
                  </a:lnTo>
                  <a:close/>
                  <a:moveTo>
                    <a:pt x="571" y="1"/>
                  </a:moveTo>
                  <a:lnTo>
                    <a:pt x="1" y="1005"/>
                  </a:lnTo>
                  <a:lnTo>
                    <a:pt x="1142" y="1005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27"/>
            <p:cNvSpPr/>
            <p:nvPr/>
          </p:nvSpPr>
          <p:spPr>
            <a:xfrm>
              <a:off x="3723896" y="4097750"/>
              <a:ext cx="25125" cy="22275"/>
            </a:xfrm>
            <a:custGeom>
              <a:avLst/>
              <a:gdLst/>
              <a:ahLst/>
              <a:cxnLst/>
              <a:rect l="l" t="t" r="r" b="b"/>
              <a:pathLst>
                <a:path w="1005" h="891" extrusionOk="0">
                  <a:moveTo>
                    <a:pt x="503" y="1"/>
                  </a:moveTo>
                  <a:lnTo>
                    <a:pt x="252" y="457"/>
                  </a:lnTo>
                  <a:lnTo>
                    <a:pt x="0" y="891"/>
                  </a:lnTo>
                  <a:lnTo>
                    <a:pt x="1005" y="891"/>
                  </a:lnTo>
                  <a:lnTo>
                    <a:pt x="754" y="457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7"/>
            <p:cNvSpPr/>
            <p:nvPr/>
          </p:nvSpPr>
          <p:spPr>
            <a:xfrm>
              <a:off x="6750033" y="3263102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27"/>
            <p:cNvSpPr/>
            <p:nvPr/>
          </p:nvSpPr>
          <p:spPr>
            <a:xfrm>
              <a:off x="3490760" y="3701405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36"/>
                  </a:lnTo>
                  <a:lnTo>
                    <a:pt x="137" y="936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0" y="1005"/>
                  </a:lnTo>
                  <a:lnTo>
                    <a:pt x="1142" y="1005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27"/>
            <p:cNvSpPr/>
            <p:nvPr/>
          </p:nvSpPr>
          <p:spPr>
            <a:xfrm>
              <a:off x="5460197" y="4061596"/>
              <a:ext cx="28575" cy="24550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1" y="137"/>
                  </a:moveTo>
                  <a:lnTo>
                    <a:pt x="1028" y="913"/>
                  </a:lnTo>
                  <a:lnTo>
                    <a:pt x="138" y="913"/>
                  </a:lnTo>
                  <a:lnTo>
                    <a:pt x="571" y="137"/>
                  </a:lnTo>
                  <a:close/>
                  <a:moveTo>
                    <a:pt x="571" y="0"/>
                  </a:moveTo>
                  <a:lnTo>
                    <a:pt x="1" y="982"/>
                  </a:lnTo>
                  <a:lnTo>
                    <a:pt x="1142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27"/>
            <p:cNvSpPr/>
            <p:nvPr/>
          </p:nvSpPr>
          <p:spPr>
            <a:xfrm>
              <a:off x="4267899" y="3205574"/>
              <a:ext cx="28550" cy="25125"/>
            </a:xfrm>
            <a:custGeom>
              <a:avLst/>
              <a:gdLst/>
              <a:ahLst/>
              <a:cxnLst/>
              <a:rect l="l" t="t" r="r" b="b"/>
              <a:pathLst>
                <a:path w="1142" h="1005" extrusionOk="0">
                  <a:moveTo>
                    <a:pt x="571" y="160"/>
                  </a:moveTo>
                  <a:lnTo>
                    <a:pt x="1005" y="913"/>
                  </a:lnTo>
                  <a:lnTo>
                    <a:pt x="137" y="913"/>
                  </a:lnTo>
                  <a:lnTo>
                    <a:pt x="571" y="160"/>
                  </a:lnTo>
                  <a:close/>
                  <a:moveTo>
                    <a:pt x="571" y="0"/>
                  </a:moveTo>
                  <a:lnTo>
                    <a:pt x="1" y="1004"/>
                  </a:lnTo>
                  <a:lnTo>
                    <a:pt x="1142" y="10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7" name="Google Shape;3017;p27"/>
          <p:cNvGrpSpPr/>
          <p:nvPr/>
        </p:nvGrpSpPr>
        <p:grpSpPr>
          <a:xfrm>
            <a:off x="719858" y="4603480"/>
            <a:ext cx="862570" cy="258597"/>
            <a:chOff x="8333950" y="1178400"/>
            <a:chExt cx="521600" cy="156375"/>
          </a:xfrm>
        </p:grpSpPr>
        <p:sp>
          <p:nvSpPr>
            <p:cNvPr id="3018" name="Google Shape;3018;p27"/>
            <p:cNvSpPr/>
            <p:nvPr/>
          </p:nvSpPr>
          <p:spPr>
            <a:xfrm>
              <a:off x="8439525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27"/>
            <p:cNvSpPr/>
            <p:nvPr/>
          </p:nvSpPr>
          <p:spPr>
            <a:xfrm>
              <a:off x="844980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27"/>
            <p:cNvSpPr/>
            <p:nvPr/>
          </p:nvSpPr>
          <p:spPr>
            <a:xfrm>
              <a:off x="84595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27"/>
            <p:cNvSpPr/>
            <p:nvPr/>
          </p:nvSpPr>
          <p:spPr>
            <a:xfrm>
              <a:off x="8469775" y="1178400"/>
              <a:ext cx="4025" cy="46825"/>
            </a:xfrm>
            <a:custGeom>
              <a:avLst/>
              <a:gdLst/>
              <a:ahLst/>
              <a:cxnLst/>
              <a:rect l="l" t="t" r="r" b="b"/>
              <a:pathLst>
                <a:path w="161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60" y="1872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7"/>
            <p:cNvSpPr/>
            <p:nvPr/>
          </p:nvSpPr>
          <p:spPr>
            <a:xfrm>
              <a:off x="847947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0" y="0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7"/>
            <p:cNvSpPr/>
            <p:nvPr/>
          </p:nvSpPr>
          <p:spPr>
            <a:xfrm>
              <a:off x="848975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14" y="9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7"/>
            <p:cNvSpPr/>
            <p:nvPr/>
          </p:nvSpPr>
          <p:spPr>
            <a:xfrm>
              <a:off x="849945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7"/>
            <p:cNvSpPr/>
            <p:nvPr/>
          </p:nvSpPr>
          <p:spPr>
            <a:xfrm>
              <a:off x="850915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7"/>
            <p:cNvSpPr/>
            <p:nvPr/>
          </p:nvSpPr>
          <p:spPr>
            <a:xfrm>
              <a:off x="8519425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7"/>
            <p:cNvSpPr/>
            <p:nvPr/>
          </p:nvSpPr>
          <p:spPr>
            <a:xfrm>
              <a:off x="8529125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7"/>
            <p:cNvSpPr/>
            <p:nvPr/>
          </p:nvSpPr>
          <p:spPr>
            <a:xfrm>
              <a:off x="8539400" y="1188675"/>
              <a:ext cx="2875" cy="30275"/>
            </a:xfrm>
            <a:custGeom>
              <a:avLst/>
              <a:gdLst/>
              <a:ahLst/>
              <a:cxnLst/>
              <a:rect l="l" t="t" r="r" b="b"/>
              <a:pathLst>
                <a:path w="115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14" y="121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7"/>
            <p:cNvSpPr/>
            <p:nvPr/>
          </p:nvSpPr>
          <p:spPr>
            <a:xfrm>
              <a:off x="8549100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7"/>
            <p:cNvSpPr/>
            <p:nvPr/>
          </p:nvSpPr>
          <p:spPr>
            <a:xfrm>
              <a:off x="8558800" y="1188675"/>
              <a:ext cx="3450" cy="30275"/>
            </a:xfrm>
            <a:custGeom>
              <a:avLst/>
              <a:gdLst/>
              <a:ahLst/>
              <a:cxnLst/>
              <a:rect l="l" t="t" r="r" b="b"/>
              <a:pathLst>
                <a:path w="138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7"/>
            <p:cNvSpPr/>
            <p:nvPr/>
          </p:nvSpPr>
          <p:spPr>
            <a:xfrm>
              <a:off x="8569050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7"/>
            <p:cNvSpPr/>
            <p:nvPr/>
          </p:nvSpPr>
          <p:spPr>
            <a:xfrm>
              <a:off x="8578750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7"/>
            <p:cNvSpPr/>
            <p:nvPr/>
          </p:nvSpPr>
          <p:spPr>
            <a:xfrm>
              <a:off x="858902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7"/>
            <p:cNvSpPr/>
            <p:nvPr/>
          </p:nvSpPr>
          <p:spPr>
            <a:xfrm>
              <a:off x="859872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7"/>
            <p:cNvSpPr/>
            <p:nvPr/>
          </p:nvSpPr>
          <p:spPr>
            <a:xfrm>
              <a:off x="8609000" y="119267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15" y="91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7"/>
            <p:cNvSpPr/>
            <p:nvPr/>
          </p:nvSpPr>
          <p:spPr>
            <a:xfrm>
              <a:off x="86187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7"/>
            <p:cNvSpPr/>
            <p:nvPr/>
          </p:nvSpPr>
          <p:spPr>
            <a:xfrm>
              <a:off x="86284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38" y="105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7"/>
            <p:cNvSpPr/>
            <p:nvPr/>
          </p:nvSpPr>
          <p:spPr>
            <a:xfrm>
              <a:off x="8722000" y="118525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7"/>
            <p:cNvSpPr/>
            <p:nvPr/>
          </p:nvSpPr>
          <p:spPr>
            <a:xfrm>
              <a:off x="8731700" y="1190400"/>
              <a:ext cx="3450" cy="26250"/>
            </a:xfrm>
            <a:custGeom>
              <a:avLst/>
              <a:gdLst/>
              <a:ahLst/>
              <a:cxnLst/>
              <a:rect l="l" t="t" r="r" b="b"/>
              <a:pathLst>
                <a:path w="138" h="1050" extrusionOk="0">
                  <a:moveTo>
                    <a:pt x="0" y="0"/>
                  </a:moveTo>
                  <a:lnTo>
                    <a:pt x="0" y="1050"/>
                  </a:lnTo>
                  <a:lnTo>
                    <a:pt x="137" y="105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7"/>
            <p:cNvSpPr/>
            <p:nvPr/>
          </p:nvSpPr>
          <p:spPr>
            <a:xfrm>
              <a:off x="8741975" y="1188675"/>
              <a:ext cx="3425" cy="30275"/>
            </a:xfrm>
            <a:custGeom>
              <a:avLst/>
              <a:gdLst/>
              <a:ahLst/>
              <a:cxnLst/>
              <a:rect l="l" t="t" r="r" b="b"/>
              <a:pathLst>
                <a:path w="137" h="1211" extrusionOk="0">
                  <a:moveTo>
                    <a:pt x="0" y="1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7"/>
            <p:cNvSpPr/>
            <p:nvPr/>
          </p:nvSpPr>
          <p:spPr>
            <a:xfrm>
              <a:off x="8751675" y="1178400"/>
              <a:ext cx="4575" cy="46825"/>
            </a:xfrm>
            <a:custGeom>
              <a:avLst/>
              <a:gdLst/>
              <a:ahLst/>
              <a:cxnLst/>
              <a:rect l="l" t="t" r="r" b="b"/>
              <a:pathLst>
                <a:path w="183" h="1873" extrusionOk="0">
                  <a:moveTo>
                    <a:pt x="0" y="1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7"/>
            <p:cNvSpPr/>
            <p:nvPr/>
          </p:nvSpPr>
          <p:spPr>
            <a:xfrm>
              <a:off x="8761925" y="1188675"/>
              <a:ext cx="2900" cy="30275"/>
            </a:xfrm>
            <a:custGeom>
              <a:avLst/>
              <a:gdLst/>
              <a:ahLst/>
              <a:cxnLst/>
              <a:rect l="l" t="t" r="r" b="b"/>
              <a:pathLst>
                <a:path w="116" h="1211" extrusionOk="0">
                  <a:moveTo>
                    <a:pt x="1" y="1"/>
                  </a:moveTo>
                  <a:lnTo>
                    <a:pt x="1" y="1210"/>
                  </a:lnTo>
                  <a:lnTo>
                    <a:pt x="115" y="1210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7"/>
            <p:cNvSpPr/>
            <p:nvPr/>
          </p:nvSpPr>
          <p:spPr>
            <a:xfrm>
              <a:off x="8771625" y="1178400"/>
              <a:ext cx="4600" cy="46825"/>
            </a:xfrm>
            <a:custGeom>
              <a:avLst/>
              <a:gdLst/>
              <a:ahLst/>
              <a:cxnLst/>
              <a:rect l="l" t="t" r="r" b="b"/>
              <a:pathLst>
                <a:path w="184" h="1873" extrusionOk="0">
                  <a:moveTo>
                    <a:pt x="1" y="1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7"/>
            <p:cNvSpPr/>
            <p:nvPr/>
          </p:nvSpPr>
          <p:spPr>
            <a:xfrm>
              <a:off x="8781325" y="1185825"/>
              <a:ext cx="3450" cy="34825"/>
            </a:xfrm>
            <a:custGeom>
              <a:avLst/>
              <a:gdLst/>
              <a:ahLst/>
              <a:cxnLst/>
              <a:rect l="l" t="t" r="r" b="b"/>
              <a:pathLst>
                <a:path w="138" h="1393" extrusionOk="0">
                  <a:moveTo>
                    <a:pt x="1" y="0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7"/>
            <p:cNvSpPr/>
            <p:nvPr/>
          </p:nvSpPr>
          <p:spPr>
            <a:xfrm>
              <a:off x="8791600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7"/>
            <p:cNvSpPr/>
            <p:nvPr/>
          </p:nvSpPr>
          <p:spPr>
            <a:xfrm>
              <a:off x="8801300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7"/>
            <p:cNvSpPr/>
            <p:nvPr/>
          </p:nvSpPr>
          <p:spPr>
            <a:xfrm>
              <a:off x="8811575" y="11926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7"/>
            <p:cNvSpPr/>
            <p:nvPr/>
          </p:nvSpPr>
          <p:spPr>
            <a:xfrm>
              <a:off x="8821275" y="118525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7"/>
            <p:cNvSpPr/>
            <p:nvPr/>
          </p:nvSpPr>
          <p:spPr>
            <a:xfrm>
              <a:off x="8831550" y="1190400"/>
              <a:ext cx="2875" cy="26250"/>
            </a:xfrm>
            <a:custGeom>
              <a:avLst/>
              <a:gdLst/>
              <a:ahLst/>
              <a:cxnLst/>
              <a:rect l="l" t="t" r="r" b="b"/>
              <a:pathLst>
                <a:path w="115" h="1050" extrusionOk="0">
                  <a:moveTo>
                    <a:pt x="1" y="0"/>
                  </a:moveTo>
                  <a:lnTo>
                    <a:pt x="1" y="1050"/>
                  </a:lnTo>
                  <a:lnTo>
                    <a:pt x="115" y="105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7"/>
            <p:cNvSpPr/>
            <p:nvPr/>
          </p:nvSpPr>
          <p:spPr>
            <a:xfrm>
              <a:off x="866322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7"/>
            <p:cNvSpPr/>
            <p:nvPr/>
          </p:nvSpPr>
          <p:spPr>
            <a:xfrm>
              <a:off x="86734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7"/>
            <p:cNvSpPr/>
            <p:nvPr/>
          </p:nvSpPr>
          <p:spPr>
            <a:xfrm>
              <a:off x="8683200" y="1298225"/>
              <a:ext cx="3425" cy="30850"/>
            </a:xfrm>
            <a:custGeom>
              <a:avLst/>
              <a:gdLst/>
              <a:ahLst/>
              <a:cxnLst/>
              <a:rect l="l" t="t" r="r" b="b"/>
              <a:pathLst>
                <a:path w="137" h="1234" extrusionOk="0">
                  <a:moveTo>
                    <a:pt x="0" y="1"/>
                  </a:moveTo>
                  <a:lnTo>
                    <a:pt x="0" y="1234"/>
                  </a:lnTo>
                  <a:lnTo>
                    <a:pt x="137" y="123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7"/>
            <p:cNvSpPr/>
            <p:nvPr/>
          </p:nvSpPr>
          <p:spPr>
            <a:xfrm>
              <a:off x="8693450" y="12879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7"/>
            <p:cNvSpPr/>
            <p:nvPr/>
          </p:nvSpPr>
          <p:spPr>
            <a:xfrm>
              <a:off x="87031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7"/>
            <p:cNvSpPr/>
            <p:nvPr/>
          </p:nvSpPr>
          <p:spPr>
            <a:xfrm>
              <a:off x="8712850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7"/>
            <p:cNvSpPr/>
            <p:nvPr/>
          </p:nvSpPr>
          <p:spPr>
            <a:xfrm>
              <a:off x="8723125" y="1295375"/>
              <a:ext cx="4600" cy="34275"/>
            </a:xfrm>
            <a:custGeom>
              <a:avLst/>
              <a:gdLst/>
              <a:ahLst/>
              <a:cxnLst/>
              <a:rect l="l" t="t" r="r" b="b"/>
              <a:pathLst>
                <a:path w="184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7"/>
            <p:cNvSpPr/>
            <p:nvPr/>
          </p:nvSpPr>
          <p:spPr>
            <a:xfrm>
              <a:off x="87328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1"/>
                  </a:moveTo>
                  <a:lnTo>
                    <a:pt x="1" y="914"/>
                  </a:lnTo>
                  <a:lnTo>
                    <a:pt x="138" y="91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7"/>
            <p:cNvSpPr/>
            <p:nvPr/>
          </p:nvSpPr>
          <p:spPr>
            <a:xfrm>
              <a:off x="8743100" y="1295375"/>
              <a:ext cx="4025" cy="34275"/>
            </a:xfrm>
            <a:custGeom>
              <a:avLst/>
              <a:gdLst/>
              <a:ahLst/>
              <a:cxnLst/>
              <a:rect l="l" t="t" r="r" b="b"/>
              <a:pathLst>
                <a:path w="161" h="1371" extrusionOk="0">
                  <a:moveTo>
                    <a:pt x="1" y="1"/>
                  </a:moveTo>
                  <a:lnTo>
                    <a:pt x="1" y="1370"/>
                  </a:lnTo>
                  <a:lnTo>
                    <a:pt x="160" y="1370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7"/>
            <p:cNvSpPr/>
            <p:nvPr/>
          </p:nvSpPr>
          <p:spPr>
            <a:xfrm>
              <a:off x="87528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138" y="1027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7"/>
            <p:cNvSpPr/>
            <p:nvPr/>
          </p:nvSpPr>
          <p:spPr>
            <a:xfrm>
              <a:off x="8762500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27"/>
            <p:cNvSpPr/>
            <p:nvPr/>
          </p:nvSpPr>
          <p:spPr>
            <a:xfrm>
              <a:off x="8772775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27"/>
            <p:cNvSpPr/>
            <p:nvPr/>
          </p:nvSpPr>
          <p:spPr>
            <a:xfrm>
              <a:off x="8782475" y="1298225"/>
              <a:ext cx="3450" cy="30850"/>
            </a:xfrm>
            <a:custGeom>
              <a:avLst/>
              <a:gdLst/>
              <a:ahLst/>
              <a:cxnLst/>
              <a:rect l="l" t="t" r="r" b="b"/>
              <a:pathLst>
                <a:path w="138" h="1234" extrusionOk="0">
                  <a:moveTo>
                    <a:pt x="1" y="1"/>
                  </a:moveTo>
                  <a:lnTo>
                    <a:pt x="1" y="1234"/>
                  </a:lnTo>
                  <a:lnTo>
                    <a:pt x="138" y="1234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7"/>
            <p:cNvSpPr/>
            <p:nvPr/>
          </p:nvSpPr>
          <p:spPr>
            <a:xfrm>
              <a:off x="8792750" y="12879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7"/>
            <p:cNvSpPr/>
            <p:nvPr/>
          </p:nvSpPr>
          <p:spPr>
            <a:xfrm>
              <a:off x="8802450" y="129537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37" y="1393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7"/>
            <p:cNvSpPr/>
            <p:nvPr/>
          </p:nvSpPr>
          <p:spPr>
            <a:xfrm>
              <a:off x="8812725" y="1302225"/>
              <a:ext cx="2875" cy="22850"/>
            </a:xfrm>
            <a:custGeom>
              <a:avLst/>
              <a:gdLst/>
              <a:ahLst/>
              <a:cxnLst/>
              <a:rect l="l" t="t" r="r" b="b"/>
              <a:pathLst>
                <a:path w="115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14" y="91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7"/>
            <p:cNvSpPr/>
            <p:nvPr/>
          </p:nvSpPr>
          <p:spPr>
            <a:xfrm>
              <a:off x="8822425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7"/>
            <p:cNvSpPr/>
            <p:nvPr/>
          </p:nvSpPr>
          <p:spPr>
            <a:xfrm>
              <a:off x="8832125" y="130222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1"/>
                  </a:moveTo>
                  <a:lnTo>
                    <a:pt x="0" y="914"/>
                  </a:lnTo>
                  <a:lnTo>
                    <a:pt x="137" y="914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7"/>
            <p:cNvSpPr/>
            <p:nvPr/>
          </p:nvSpPr>
          <p:spPr>
            <a:xfrm>
              <a:off x="8842400" y="1295375"/>
              <a:ext cx="4575" cy="34275"/>
            </a:xfrm>
            <a:custGeom>
              <a:avLst/>
              <a:gdLst/>
              <a:ahLst/>
              <a:cxnLst/>
              <a:rect l="l" t="t" r="r" b="b"/>
              <a:pathLst>
                <a:path w="183" h="1371" extrusionOk="0">
                  <a:moveTo>
                    <a:pt x="0" y="1"/>
                  </a:moveTo>
                  <a:lnTo>
                    <a:pt x="0" y="1370"/>
                  </a:lnTo>
                  <a:lnTo>
                    <a:pt x="183" y="1370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7"/>
            <p:cNvSpPr/>
            <p:nvPr/>
          </p:nvSpPr>
          <p:spPr>
            <a:xfrm>
              <a:off x="8852100" y="1300525"/>
              <a:ext cx="3450" cy="25700"/>
            </a:xfrm>
            <a:custGeom>
              <a:avLst/>
              <a:gdLst/>
              <a:ahLst/>
              <a:cxnLst/>
              <a:rect l="l" t="t" r="r" b="b"/>
              <a:pathLst>
                <a:path w="13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37" y="1027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7"/>
            <p:cNvSpPr/>
            <p:nvPr/>
          </p:nvSpPr>
          <p:spPr>
            <a:xfrm>
              <a:off x="87254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7"/>
            <p:cNvSpPr/>
            <p:nvPr/>
          </p:nvSpPr>
          <p:spPr>
            <a:xfrm>
              <a:off x="8714575" y="1225775"/>
              <a:ext cx="4575" cy="46800"/>
            </a:xfrm>
            <a:custGeom>
              <a:avLst/>
              <a:gdLst/>
              <a:ahLst/>
              <a:cxnLst/>
              <a:rect l="l" t="t" r="r" b="b"/>
              <a:pathLst>
                <a:path w="183" h="1872" extrusionOk="0">
                  <a:moveTo>
                    <a:pt x="0" y="0"/>
                  </a:moveTo>
                  <a:lnTo>
                    <a:pt x="0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7"/>
            <p:cNvSpPr/>
            <p:nvPr/>
          </p:nvSpPr>
          <p:spPr>
            <a:xfrm>
              <a:off x="87054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7"/>
            <p:cNvSpPr/>
            <p:nvPr/>
          </p:nvSpPr>
          <p:spPr>
            <a:xfrm>
              <a:off x="86946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7"/>
            <p:cNvSpPr/>
            <p:nvPr/>
          </p:nvSpPr>
          <p:spPr>
            <a:xfrm>
              <a:off x="8686050" y="1230325"/>
              <a:ext cx="2875" cy="34850"/>
            </a:xfrm>
            <a:custGeom>
              <a:avLst/>
              <a:gdLst/>
              <a:ahLst/>
              <a:cxnLst/>
              <a:rect l="l" t="t" r="r" b="b"/>
              <a:pathLst>
                <a:path w="115" h="1394" extrusionOk="0">
                  <a:moveTo>
                    <a:pt x="0" y="1"/>
                  </a:moveTo>
                  <a:lnTo>
                    <a:pt x="0" y="1393"/>
                  </a:lnTo>
                  <a:lnTo>
                    <a:pt x="114" y="139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7"/>
            <p:cNvSpPr/>
            <p:nvPr/>
          </p:nvSpPr>
          <p:spPr>
            <a:xfrm>
              <a:off x="86757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7"/>
            <p:cNvSpPr/>
            <p:nvPr/>
          </p:nvSpPr>
          <p:spPr>
            <a:xfrm>
              <a:off x="866492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7"/>
            <p:cNvSpPr/>
            <p:nvPr/>
          </p:nvSpPr>
          <p:spPr>
            <a:xfrm>
              <a:off x="86558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0" y="0"/>
                  </a:moveTo>
                  <a:lnTo>
                    <a:pt x="0" y="913"/>
                  </a:lnTo>
                  <a:lnTo>
                    <a:pt x="137" y="91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7"/>
            <p:cNvSpPr/>
            <p:nvPr/>
          </p:nvSpPr>
          <p:spPr>
            <a:xfrm>
              <a:off x="8644950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7"/>
            <p:cNvSpPr/>
            <p:nvPr/>
          </p:nvSpPr>
          <p:spPr>
            <a:xfrm>
              <a:off x="8636400" y="1234325"/>
              <a:ext cx="2875" cy="26275"/>
            </a:xfrm>
            <a:custGeom>
              <a:avLst/>
              <a:gdLst/>
              <a:ahLst/>
              <a:cxnLst/>
              <a:rect l="l" t="t" r="r" b="b"/>
              <a:pathLst>
                <a:path w="11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14" y="1051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7"/>
            <p:cNvSpPr/>
            <p:nvPr/>
          </p:nvSpPr>
          <p:spPr>
            <a:xfrm>
              <a:off x="862612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7"/>
            <p:cNvSpPr/>
            <p:nvPr/>
          </p:nvSpPr>
          <p:spPr>
            <a:xfrm>
              <a:off x="8615275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3" y="1872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7"/>
            <p:cNvSpPr/>
            <p:nvPr/>
          </p:nvSpPr>
          <p:spPr>
            <a:xfrm>
              <a:off x="86061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7"/>
            <p:cNvSpPr/>
            <p:nvPr/>
          </p:nvSpPr>
          <p:spPr>
            <a:xfrm>
              <a:off x="8595300" y="1225775"/>
              <a:ext cx="4600" cy="46800"/>
            </a:xfrm>
            <a:custGeom>
              <a:avLst/>
              <a:gdLst/>
              <a:ahLst/>
              <a:cxnLst/>
              <a:rect l="l" t="t" r="r" b="b"/>
              <a:pathLst>
                <a:path w="184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84" y="187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7"/>
            <p:cNvSpPr/>
            <p:nvPr/>
          </p:nvSpPr>
          <p:spPr>
            <a:xfrm>
              <a:off x="8586175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7"/>
            <p:cNvSpPr/>
            <p:nvPr/>
          </p:nvSpPr>
          <p:spPr>
            <a:xfrm>
              <a:off x="857647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7"/>
            <p:cNvSpPr/>
            <p:nvPr/>
          </p:nvSpPr>
          <p:spPr>
            <a:xfrm>
              <a:off x="8565625" y="1230900"/>
              <a:ext cx="4025" cy="34825"/>
            </a:xfrm>
            <a:custGeom>
              <a:avLst/>
              <a:gdLst/>
              <a:ahLst/>
              <a:cxnLst/>
              <a:rect l="l" t="t" r="r" b="b"/>
              <a:pathLst>
                <a:path w="161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61" y="139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7"/>
            <p:cNvSpPr/>
            <p:nvPr/>
          </p:nvSpPr>
          <p:spPr>
            <a:xfrm>
              <a:off x="85565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7"/>
            <p:cNvSpPr/>
            <p:nvPr/>
          </p:nvSpPr>
          <p:spPr>
            <a:xfrm>
              <a:off x="8545675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7"/>
            <p:cNvSpPr/>
            <p:nvPr/>
          </p:nvSpPr>
          <p:spPr>
            <a:xfrm>
              <a:off x="8536525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7"/>
            <p:cNvSpPr/>
            <p:nvPr/>
          </p:nvSpPr>
          <p:spPr>
            <a:xfrm>
              <a:off x="8442375" y="1230900"/>
              <a:ext cx="4600" cy="34825"/>
            </a:xfrm>
            <a:custGeom>
              <a:avLst/>
              <a:gdLst/>
              <a:ahLst/>
              <a:cxnLst/>
              <a:rect l="l" t="t" r="r" b="b"/>
              <a:pathLst>
                <a:path w="184" h="1393" extrusionOk="0">
                  <a:moveTo>
                    <a:pt x="1" y="1"/>
                  </a:moveTo>
                  <a:lnTo>
                    <a:pt x="1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7"/>
            <p:cNvSpPr/>
            <p:nvPr/>
          </p:nvSpPr>
          <p:spPr>
            <a:xfrm>
              <a:off x="84332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7" y="105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7"/>
            <p:cNvSpPr/>
            <p:nvPr/>
          </p:nvSpPr>
          <p:spPr>
            <a:xfrm>
              <a:off x="8423550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37" y="121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7"/>
            <p:cNvSpPr/>
            <p:nvPr/>
          </p:nvSpPr>
          <p:spPr>
            <a:xfrm>
              <a:off x="8412700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7"/>
            <p:cNvSpPr/>
            <p:nvPr/>
          </p:nvSpPr>
          <p:spPr>
            <a:xfrm>
              <a:off x="8403575" y="1232050"/>
              <a:ext cx="3450" cy="30250"/>
            </a:xfrm>
            <a:custGeom>
              <a:avLst/>
              <a:gdLst/>
              <a:ahLst/>
              <a:cxnLst/>
              <a:rect l="l" t="t" r="r" b="b"/>
              <a:pathLst>
                <a:path w="138" h="1210" extrusionOk="0">
                  <a:moveTo>
                    <a:pt x="1" y="0"/>
                  </a:moveTo>
                  <a:lnTo>
                    <a:pt x="1" y="1210"/>
                  </a:lnTo>
                  <a:lnTo>
                    <a:pt x="138" y="121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7"/>
            <p:cNvSpPr/>
            <p:nvPr/>
          </p:nvSpPr>
          <p:spPr>
            <a:xfrm>
              <a:off x="8392725" y="1225775"/>
              <a:ext cx="4025" cy="46800"/>
            </a:xfrm>
            <a:custGeom>
              <a:avLst/>
              <a:gdLst/>
              <a:ahLst/>
              <a:cxnLst/>
              <a:rect l="l" t="t" r="r" b="b"/>
              <a:pathLst>
                <a:path w="161" h="1872" extrusionOk="0">
                  <a:moveTo>
                    <a:pt x="1" y="0"/>
                  </a:moveTo>
                  <a:lnTo>
                    <a:pt x="1" y="1872"/>
                  </a:lnTo>
                  <a:lnTo>
                    <a:pt x="161" y="18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7"/>
            <p:cNvSpPr/>
            <p:nvPr/>
          </p:nvSpPr>
          <p:spPr>
            <a:xfrm>
              <a:off x="8383600" y="1230325"/>
              <a:ext cx="3450" cy="34850"/>
            </a:xfrm>
            <a:custGeom>
              <a:avLst/>
              <a:gdLst/>
              <a:ahLst/>
              <a:cxnLst/>
              <a:rect l="l" t="t" r="r" b="b"/>
              <a:pathLst>
                <a:path w="138" h="1394" extrusionOk="0">
                  <a:moveTo>
                    <a:pt x="1" y="1"/>
                  </a:moveTo>
                  <a:lnTo>
                    <a:pt x="1" y="1393"/>
                  </a:lnTo>
                  <a:lnTo>
                    <a:pt x="138" y="1393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7"/>
            <p:cNvSpPr/>
            <p:nvPr/>
          </p:nvSpPr>
          <p:spPr>
            <a:xfrm>
              <a:off x="8373900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7"/>
            <p:cNvSpPr/>
            <p:nvPr/>
          </p:nvSpPr>
          <p:spPr>
            <a:xfrm>
              <a:off x="8362500" y="1230900"/>
              <a:ext cx="4575" cy="34825"/>
            </a:xfrm>
            <a:custGeom>
              <a:avLst/>
              <a:gdLst/>
              <a:ahLst/>
              <a:cxnLst/>
              <a:rect l="l" t="t" r="r" b="b"/>
              <a:pathLst>
                <a:path w="183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83" y="139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7"/>
            <p:cNvSpPr/>
            <p:nvPr/>
          </p:nvSpPr>
          <p:spPr>
            <a:xfrm>
              <a:off x="8353925" y="1235475"/>
              <a:ext cx="3450" cy="22850"/>
            </a:xfrm>
            <a:custGeom>
              <a:avLst/>
              <a:gdLst/>
              <a:ahLst/>
              <a:cxnLst/>
              <a:rect l="l" t="t" r="r" b="b"/>
              <a:pathLst>
                <a:path w="138" h="914" extrusionOk="0">
                  <a:moveTo>
                    <a:pt x="1" y="0"/>
                  </a:moveTo>
                  <a:lnTo>
                    <a:pt x="1" y="913"/>
                  </a:lnTo>
                  <a:lnTo>
                    <a:pt x="138" y="913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7"/>
            <p:cNvSpPr/>
            <p:nvPr/>
          </p:nvSpPr>
          <p:spPr>
            <a:xfrm>
              <a:off x="8343100" y="1230900"/>
              <a:ext cx="4000" cy="34825"/>
            </a:xfrm>
            <a:custGeom>
              <a:avLst/>
              <a:gdLst/>
              <a:ahLst/>
              <a:cxnLst/>
              <a:rect l="l" t="t" r="r" b="b"/>
              <a:pathLst>
                <a:path w="160" h="1393" extrusionOk="0">
                  <a:moveTo>
                    <a:pt x="0" y="1"/>
                  </a:moveTo>
                  <a:lnTo>
                    <a:pt x="0" y="1393"/>
                  </a:lnTo>
                  <a:lnTo>
                    <a:pt x="160" y="139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7"/>
            <p:cNvSpPr/>
            <p:nvPr/>
          </p:nvSpPr>
          <p:spPr>
            <a:xfrm>
              <a:off x="8333950" y="1234325"/>
              <a:ext cx="3450" cy="26275"/>
            </a:xfrm>
            <a:custGeom>
              <a:avLst/>
              <a:gdLst/>
              <a:ahLst/>
              <a:cxnLst/>
              <a:rect l="l" t="t" r="r" b="b"/>
              <a:pathLst>
                <a:path w="138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38" y="10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570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ubik Light"/>
              <a:buNone/>
              <a:defRPr sz="3600">
                <a:solidFill>
                  <a:schemeClr val="accent2"/>
                </a:solidFill>
                <a:latin typeface="Rubik Light"/>
                <a:ea typeface="Rubik Light"/>
                <a:cs typeface="Rubik Light"/>
                <a:sym typeface="Rubi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8" r:id="rId6"/>
    <p:sldLayoutId id="2147483660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9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ubik Light"/>
              <a:buNone/>
              <a:defRPr sz="3600">
                <a:solidFill>
                  <a:schemeClr val="accent2"/>
                </a:solidFill>
                <a:latin typeface="Rubik Light"/>
                <a:ea typeface="Rubik Light"/>
                <a:cs typeface="Rubik Light"/>
                <a:sym typeface="Rubi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●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 Light"/>
              <a:buChar char="○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Fira Sans Light"/>
              <a:buChar char="■"/>
              <a:defRPr sz="1600">
                <a:solidFill>
                  <a:schemeClr val="dk2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58621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p30"/>
          <p:cNvSpPr txBox="1">
            <a:spLocks noGrp="1"/>
          </p:cNvSpPr>
          <p:nvPr>
            <p:ph type="ctrTitle"/>
          </p:nvPr>
        </p:nvSpPr>
        <p:spPr>
          <a:xfrm>
            <a:off x="720000" y="885175"/>
            <a:ext cx="3852000" cy="264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dk1"/>
                </a:solidFill>
              </a:rPr>
              <a:t>VaCheck</a:t>
            </a:r>
            <a:br>
              <a:rPr lang="en" sz="6000" dirty="0">
                <a:solidFill>
                  <a:schemeClr val="dk1"/>
                </a:solidFill>
              </a:rPr>
            </a:br>
            <a:br>
              <a:rPr lang="en" sz="6000" dirty="0">
                <a:solidFill>
                  <a:schemeClr val="dk1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3129" name="Google Shape;3129;p30"/>
          <p:cNvSpPr txBox="1">
            <a:spLocks noGrp="1"/>
          </p:cNvSpPr>
          <p:nvPr>
            <p:ph type="subTitle" idx="1"/>
          </p:nvPr>
        </p:nvSpPr>
        <p:spPr>
          <a:xfrm>
            <a:off x="342900" y="1962150"/>
            <a:ext cx="5534025" cy="283844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s-ES" u="sng" dirty="0"/>
              <a:t>Equipo:</a:t>
            </a:r>
          </a:p>
          <a:p>
            <a:endParaRPr lang="es-ES" dirty="0"/>
          </a:p>
          <a:p>
            <a:pPr marL="0" indent="0"/>
            <a:r>
              <a:rPr lang="es-ES" sz="1000" dirty="0"/>
              <a:t>	Aitor Gustavo Camacho Gutiérrez         Programador y coordinador</a:t>
            </a:r>
          </a:p>
          <a:p>
            <a:pPr marL="0" indent="0"/>
            <a:r>
              <a:rPr lang="es-ES" sz="1000" dirty="0"/>
              <a:t>	Javier Morales Lara                                  Requisitos y programador</a:t>
            </a:r>
          </a:p>
          <a:p>
            <a:pPr marL="0" indent="0"/>
            <a:r>
              <a:rPr lang="es-ES" sz="1000" dirty="0"/>
              <a:t>	Antonio Ortega Rivas                               Modelado y diseño</a:t>
            </a:r>
          </a:p>
          <a:p>
            <a:pPr marL="0" indent="0"/>
            <a:r>
              <a:rPr lang="es-ES" sz="1000" dirty="0"/>
              <a:t>	Jesús Mora Hilillo                                      Programador (Testeo y pruebas)</a:t>
            </a:r>
          </a:p>
          <a:p>
            <a:pPr marL="0" indent="0"/>
            <a:r>
              <a:rPr lang="es-ES" sz="1000" dirty="0"/>
              <a:t>	Pablo Tamayo Medina                             Programador y calidad</a:t>
            </a:r>
          </a:p>
          <a:p>
            <a:pPr marL="0" indent="0"/>
            <a:r>
              <a:rPr lang="es-ES" sz="1000" dirty="0"/>
              <a:t>	Fernando Jesús Fuentes Carrasco         Coordinador y diseño</a:t>
            </a:r>
          </a:p>
          <a:p>
            <a:pPr marL="0" indent="0"/>
            <a:r>
              <a:rPr lang="es-ES" sz="1000" dirty="0"/>
              <a:t>	Antonio Carmona Marín                          Jefe de proyecto y calidad</a:t>
            </a:r>
          </a:p>
          <a:p>
            <a:pPr marL="0" indent="0"/>
            <a:r>
              <a:rPr lang="es-ES" sz="1000" dirty="0"/>
              <a:t>	Alejandro Maldonado Robles                Diseño y requisitos</a:t>
            </a:r>
            <a:endParaRPr lang="es-ES_tradnl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898933A5-681C-4697-9F95-B32B8BA04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905" y="298568"/>
            <a:ext cx="2438095" cy="2438095"/>
          </a:xfrm>
          <a:prstGeom prst="rect">
            <a:avLst/>
          </a:prstGeom>
        </p:spPr>
      </p:pic>
      <p:pic>
        <p:nvPicPr>
          <p:cNvPr id="5" name="Imagen 4" descr="Un conjunto de letras blanc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3B819253-B8B5-4A0A-AC17-63C8CDE9E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629" y="3813638"/>
            <a:ext cx="2787021" cy="833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p31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ÍNDICE</a:t>
            </a:r>
            <a:endParaRPr dirty="0"/>
          </a:p>
        </p:txBody>
      </p:sp>
      <p:sp>
        <p:nvSpPr>
          <p:cNvPr id="3135" name="Google Shape;3135;p31"/>
          <p:cNvSpPr txBox="1">
            <a:spLocks noGrp="1"/>
          </p:cNvSpPr>
          <p:nvPr>
            <p:ph type="body" idx="1"/>
          </p:nvPr>
        </p:nvSpPr>
        <p:spPr>
          <a:xfrm>
            <a:off x="720000" y="991225"/>
            <a:ext cx="7704000" cy="3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endParaRPr lang="en-US" sz="900" dirty="0"/>
          </a:p>
          <a:p>
            <a:endParaRPr lang="en-US" sz="900" dirty="0"/>
          </a:p>
          <a:p>
            <a:pPr marL="152400" indent="0">
              <a:buNone/>
            </a:pPr>
            <a:endParaRPr lang="en-US" sz="900" dirty="0"/>
          </a:p>
          <a:p>
            <a:r>
              <a:rPr lang="es-ES" sz="900" dirty="0"/>
              <a:t>Introducción </a:t>
            </a:r>
            <a:r>
              <a:rPr lang="mr-IN" sz="900" dirty="0"/>
              <a:t>–</a:t>
            </a:r>
            <a:r>
              <a:rPr lang="es-ES" sz="900" dirty="0"/>
              <a:t> El problema</a:t>
            </a:r>
          </a:p>
          <a:p>
            <a:r>
              <a:rPr lang="es-ES" sz="900" dirty="0"/>
              <a:t>El equipo y el trabajo en equipo</a:t>
            </a:r>
          </a:p>
          <a:p>
            <a:r>
              <a:rPr lang="es-ES" sz="900" dirty="0"/>
              <a:t>La solución</a:t>
            </a:r>
          </a:p>
          <a:p>
            <a:r>
              <a:rPr lang="es-ES" sz="900" dirty="0"/>
              <a:t>Actividades de Ing. </a:t>
            </a:r>
            <a:r>
              <a:rPr lang="es-ES" sz="900" dirty="0" err="1"/>
              <a:t>Sw</a:t>
            </a:r>
            <a:endParaRPr lang="es-ES" sz="900" dirty="0"/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Requisitos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Planificación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Arquitectura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Modelos </a:t>
            </a:r>
          </a:p>
          <a:p>
            <a:pPr marL="900000" lvl="1">
              <a:lnSpc>
                <a:spcPct val="100000"/>
              </a:lnSpc>
              <a:spcBef>
                <a:spcPts val="600"/>
              </a:spcBef>
            </a:pPr>
            <a:r>
              <a:rPr lang="es-ES" sz="900" dirty="0"/>
              <a:t>Pruebas</a:t>
            </a:r>
          </a:p>
          <a:p>
            <a:pPr marL="59520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s-ES" sz="900" dirty="0"/>
          </a:p>
          <a:p>
            <a:r>
              <a:rPr lang="es-ES" sz="900" dirty="0"/>
              <a:t>Desarrollo/Despliegue</a:t>
            </a:r>
          </a:p>
          <a:p>
            <a:pPr lvl="1">
              <a:spcBef>
                <a:spcPts val="600"/>
              </a:spcBef>
            </a:pPr>
            <a:r>
              <a:rPr lang="es-ES" sz="900" dirty="0"/>
              <a:t>Estrategias y herramientas</a:t>
            </a:r>
          </a:p>
          <a:p>
            <a:pPr lvl="1">
              <a:spcBef>
                <a:spcPts val="600"/>
              </a:spcBef>
            </a:pPr>
            <a:r>
              <a:rPr lang="es-ES" sz="900" dirty="0"/>
              <a:t>Despliegue</a:t>
            </a:r>
          </a:p>
          <a:p>
            <a:pPr lvl="1">
              <a:spcBef>
                <a:spcPts val="600"/>
              </a:spcBef>
            </a:pPr>
            <a:endParaRPr lang="es-ES" sz="900" dirty="0"/>
          </a:p>
          <a:p>
            <a:r>
              <a:rPr lang="es-ES" sz="900" dirty="0"/>
              <a:t>Resultados</a:t>
            </a:r>
          </a:p>
          <a:p>
            <a:r>
              <a:rPr lang="es-ES" sz="900" dirty="0"/>
              <a:t>Conclusiones</a:t>
            </a:r>
          </a:p>
        </p:txBody>
      </p:sp>
    </p:spTree>
  </p:cSld>
  <p:clrMapOvr>
    <a:masterClrMapping/>
  </p:clrMapOvr>
  <p:transition spd="slow" advTm="20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p32"/>
          <p:cNvSpPr txBox="1">
            <a:spLocks noGrp="1"/>
          </p:cNvSpPr>
          <p:nvPr>
            <p:ph type="title"/>
          </p:nvPr>
        </p:nvSpPr>
        <p:spPr>
          <a:xfrm>
            <a:off x="3409951" y="415050"/>
            <a:ext cx="4105274" cy="7755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INTRODUCCIÓN</a:t>
            </a:r>
            <a:br>
              <a:rPr lang="en" sz="2400" dirty="0"/>
            </a:br>
            <a:r>
              <a:rPr lang="en" sz="1400" dirty="0"/>
              <a:t>PROBLEMAS A SOLUCIONAR</a:t>
            </a:r>
            <a:endParaRPr sz="1400" dirty="0"/>
          </a:p>
        </p:txBody>
      </p:sp>
      <p:sp>
        <p:nvSpPr>
          <p:cNvPr id="3141" name="Google Shape;3141;p32"/>
          <p:cNvSpPr txBox="1">
            <a:spLocks noGrp="1"/>
          </p:cNvSpPr>
          <p:nvPr>
            <p:ph type="subTitle" idx="1"/>
          </p:nvPr>
        </p:nvSpPr>
        <p:spPr>
          <a:xfrm>
            <a:off x="5580459" y="1658674"/>
            <a:ext cx="3357900" cy="129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Saturación hospitalaria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Preocupación de la población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Confusión</a:t>
            </a:r>
            <a:endParaRPr dirty="0"/>
          </a:p>
        </p:txBody>
      </p:sp>
      <p:pic>
        <p:nvPicPr>
          <p:cNvPr id="1026" name="Picture 2" descr="Icono de dibujos animados de Covid 19 - Descargar PNG/SVG transparente">
            <a:extLst>
              <a:ext uri="{FF2B5EF4-FFF2-40B4-BE49-F238E27FC236}">
                <a16:creationId xmlns:a16="http://schemas.microsoft.com/office/drawing/2014/main" id="{95EF6FC1-8E50-4540-B8AD-6AA923DCC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4" y="733425"/>
            <a:ext cx="292417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p3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 EQUIPO Y TRABAJO COMÚN</a:t>
            </a:r>
            <a:endParaRPr dirty="0"/>
          </a:p>
        </p:txBody>
      </p:sp>
      <p:sp>
        <p:nvSpPr>
          <p:cNvPr id="3166" name="Google Shape;3166;p34"/>
          <p:cNvSpPr txBox="1">
            <a:spLocks noGrp="1"/>
          </p:cNvSpPr>
          <p:nvPr>
            <p:ph type="subTitle" idx="1"/>
          </p:nvPr>
        </p:nvSpPr>
        <p:spPr>
          <a:xfrm>
            <a:off x="5929486" y="3525300"/>
            <a:ext cx="2732275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Desarrollo en conjunto</a:t>
            </a:r>
          </a:p>
        </p:txBody>
      </p:sp>
      <p:sp>
        <p:nvSpPr>
          <p:cNvPr id="3168" name="Google Shape;3168;p34"/>
          <p:cNvSpPr txBox="1">
            <a:spLocks noGrp="1"/>
          </p:cNvSpPr>
          <p:nvPr>
            <p:ph type="title" idx="3"/>
          </p:nvPr>
        </p:nvSpPr>
        <p:spPr>
          <a:xfrm>
            <a:off x="7200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3169" name="Google Shape;3169;p34"/>
          <p:cNvSpPr txBox="1">
            <a:spLocks noGrp="1"/>
          </p:cNvSpPr>
          <p:nvPr>
            <p:ph type="subTitle" idx="4"/>
          </p:nvPr>
        </p:nvSpPr>
        <p:spPr>
          <a:xfrm>
            <a:off x="6028800" y="197191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Flexibilidad</a:t>
            </a:r>
          </a:p>
        </p:txBody>
      </p:sp>
      <p:sp>
        <p:nvSpPr>
          <p:cNvPr id="3171" name="Google Shape;3171;p34"/>
          <p:cNvSpPr txBox="1">
            <a:spLocks noGrp="1"/>
          </p:cNvSpPr>
          <p:nvPr>
            <p:ph type="title" idx="6"/>
          </p:nvPr>
        </p:nvSpPr>
        <p:spPr>
          <a:xfrm>
            <a:off x="5004300" y="3525300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3172" name="Google Shape;3172;p34"/>
          <p:cNvSpPr txBox="1">
            <a:spLocks noGrp="1"/>
          </p:cNvSpPr>
          <p:nvPr>
            <p:ph type="subTitle" idx="7"/>
          </p:nvPr>
        </p:nvSpPr>
        <p:spPr>
          <a:xfrm>
            <a:off x="1744475" y="1762063"/>
            <a:ext cx="2395200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Trabajo en equipo</a:t>
            </a:r>
            <a:endParaRPr dirty="0"/>
          </a:p>
        </p:txBody>
      </p:sp>
      <p:sp>
        <p:nvSpPr>
          <p:cNvPr id="3174" name="Google Shape;3174;p34"/>
          <p:cNvSpPr txBox="1">
            <a:spLocks noGrp="1"/>
          </p:cNvSpPr>
          <p:nvPr>
            <p:ph type="title" idx="9"/>
          </p:nvPr>
        </p:nvSpPr>
        <p:spPr>
          <a:xfrm>
            <a:off x="7200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3175" name="Google Shape;3175;p34"/>
          <p:cNvSpPr txBox="1">
            <a:spLocks noGrp="1"/>
          </p:cNvSpPr>
          <p:nvPr>
            <p:ph type="subTitle" idx="13"/>
          </p:nvPr>
        </p:nvSpPr>
        <p:spPr>
          <a:xfrm>
            <a:off x="1628249" y="3525300"/>
            <a:ext cx="2838975" cy="419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Reuniones constantes</a:t>
            </a:r>
          </a:p>
        </p:txBody>
      </p:sp>
      <p:sp>
        <p:nvSpPr>
          <p:cNvPr id="3177" name="Google Shape;3177;p34"/>
          <p:cNvSpPr txBox="1">
            <a:spLocks noGrp="1"/>
          </p:cNvSpPr>
          <p:nvPr>
            <p:ph type="title" idx="15"/>
          </p:nvPr>
        </p:nvSpPr>
        <p:spPr>
          <a:xfrm>
            <a:off x="5004300" y="1762063"/>
            <a:ext cx="1024500" cy="99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</p:spTree>
  </p:cSld>
  <p:clrMapOvr>
    <a:masterClrMapping/>
  </p:clrMapOvr>
  <p:transition spd="slow" advTm="20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38"/>
          <p:cNvSpPr/>
          <p:nvPr/>
        </p:nvSpPr>
        <p:spPr>
          <a:xfrm>
            <a:off x="2208375" y="2007450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4" name="Google Shape;3434;p38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SOLUCIÓN</a:t>
            </a:r>
            <a:endParaRPr dirty="0"/>
          </a:p>
        </p:txBody>
      </p:sp>
      <p:sp>
        <p:nvSpPr>
          <p:cNvPr id="3435" name="Google Shape;3435;p38"/>
          <p:cNvSpPr txBox="1">
            <a:spLocks noGrp="1"/>
          </p:cNvSpPr>
          <p:nvPr>
            <p:ph type="subTitle" idx="1"/>
          </p:nvPr>
        </p:nvSpPr>
        <p:spPr>
          <a:xfrm>
            <a:off x="1354425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</a:t>
            </a:r>
            <a:endParaRPr dirty="0"/>
          </a:p>
        </p:txBody>
      </p:sp>
      <p:sp>
        <p:nvSpPr>
          <p:cNvPr id="3437" name="Google Shape;3437;p38"/>
          <p:cNvSpPr txBox="1">
            <a:spLocks noGrp="1"/>
          </p:cNvSpPr>
          <p:nvPr>
            <p:ph type="subTitle" idx="3"/>
          </p:nvPr>
        </p:nvSpPr>
        <p:spPr>
          <a:xfrm>
            <a:off x="5271100" y="2944700"/>
            <a:ext cx="25185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Localización</a:t>
            </a:r>
            <a:endParaRPr dirty="0"/>
          </a:p>
        </p:txBody>
      </p:sp>
      <p:grpSp>
        <p:nvGrpSpPr>
          <p:cNvPr id="3439" name="Google Shape;3439;p38"/>
          <p:cNvGrpSpPr/>
          <p:nvPr/>
        </p:nvGrpSpPr>
        <p:grpSpPr>
          <a:xfrm>
            <a:off x="2401493" y="2146876"/>
            <a:ext cx="424351" cy="531753"/>
            <a:chOff x="2401493" y="2059701"/>
            <a:chExt cx="424351" cy="531753"/>
          </a:xfrm>
        </p:grpSpPr>
        <p:sp>
          <p:nvSpPr>
            <p:cNvPr id="3440" name="Google Shape;3440;p38"/>
            <p:cNvSpPr/>
            <p:nvPr/>
          </p:nvSpPr>
          <p:spPr>
            <a:xfrm>
              <a:off x="2473038" y="2288654"/>
              <a:ext cx="51325" cy="74018"/>
            </a:xfrm>
            <a:custGeom>
              <a:avLst/>
              <a:gdLst/>
              <a:ahLst/>
              <a:cxnLst/>
              <a:rect l="l" t="t" r="r" b="b"/>
              <a:pathLst>
                <a:path w="7821" h="11279" extrusionOk="0">
                  <a:moveTo>
                    <a:pt x="3911" y="0"/>
                  </a:moveTo>
                  <a:cubicBezTo>
                    <a:pt x="1630" y="852"/>
                    <a:pt x="1" y="3058"/>
                    <a:pt x="1" y="5639"/>
                  </a:cubicBezTo>
                  <a:cubicBezTo>
                    <a:pt x="1" y="8221"/>
                    <a:pt x="1630" y="10426"/>
                    <a:pt x="3911" y="11278"/>
                  </a:cubicBezTo>
                  <a:cubicBezTo>
                    <a:pt x="6192" y="10426"/>
                    <a:pt x="7821" y="8221"/>
                    <a:pt x="7821" y="5639"/>
                  </a:cubicBezTo>
                  <a:cubicBezTo>
                    <a:pt x="7821" y="3058"/>
                    <a:pt x="6192" y="852"/>
                    <a:pt x="3911" y="0"/>
                  </a:cubicBezTo>
                  <a:close/>
                </a:path>
              </a:pathLst>
            </a:custGeom>
            <a:solidFill>
              <a:srgbClr val="EA4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8"/>
            <p:cNvSpPr/>
            <p:nvPr/>
          </p:nvSpPr>
          <p:spPr>
            <a:xfrm>
              <a:off x="2746399" y="2073358"/>
              <a:ext cx="63984" cy="93096"/>
            </a:xfrm>
            <a:custGeom>
              <a:avLst/>
              <a:gdLst/>
              <a:ahLst/>
              <a:cxnLst/>
              <a:rect l="l" t="t" r="r" b="b"/>
              <a:pathLst>
                <a:path w="9750" h="14186" extrusionOk="0">
                  <a:moveTo>
                    <a:pt x="4888" y="0"/>
                  </a:moveTo>
                  <a:cubicBezTo>
                    <a:pt x="2030" y="1103"/>
                    <a:pt x="0" y="3860"/>
                    <a:pt x="0" y="7093"/>
                  </a:cubicBezTo>
                  <a:cubicBezTo>
                    <a:pt x="0" y="10326"/>
                    <a:pt x="2030" y="13083"/>
                    <a:pt x="4888" y="14186"/>
                  </a:cubicBezTo>
                  <a:cubicBezTo>
                    <a:pt x="7720" y="13083"/>
                    <a:pt x="9750" y="10326"/>
                    <a:pt x="9750" y="7093"/>
                  </a:cubicBezTo>
                  <a:cubicBezTo>
                    <a:pt x="9750" y="3860"/>
                    <a:pt x="7720" y="1103"/>
                    <a:pt x="48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8"/>
            <p:cNvSpPr/>
            <p:nvPr/>
          </p:nvSpPr>
          <p:spPr>
            <a:xfrm>
              <a:off x="2443926" y="2072695"/>
              <a:ext cx="66951" cy="94251"/>
            </a:xfrm>
            <a:custGeom>
              <a:avLst/>
              <a:gdLst/>
              <a:ahLst/>
              <a:cxnLst/>
              <a:rect l="l" t="t" r="r" b="b"/>
              <a:pathLst>
                <a:path w="10202" h="14362" extrusionOk="0">
                  <a:moveTo>
                    <a:pt x="5089" y="1"/>
                  </a:moveTo>
                  <a:cubicBezTo>
                    <a:pt x="2131" y="1053"/>
                    <a:pt x="1" y="3860"/>
                    <a:pt x="1" y="7194"/>
                  </a:cubicBezTo>
                  <a:cubicBezTo>
                    <a:pt x="1" y="10502"/>
                    <a:pt x="2131" y="13334"/>
                    <a:pt x="5089" y="14362"/>
                  </a:cubicBezTo>
                  <a:cubicBezTo>
                    <a:pt x="8071" y="13334"/>
                    <a:pt x="10201" y="10502"/>
                    <a:pt x="10201" y="7194"/>
                  </a:cubicBezTo>
                  <a:cubicBezTo>
                    <a:pt x="10201" y="3860"/>
                    <a:pt x="8071" y="1053"/>
                    <a:pt x="5089" y="1"/>
                  </a:cubicBezTo>
                  <a:close/>
                </a:path>
              </a:pathLst>
            </a:custGeom>
            <a:solidFill>
              <a:srgbClr val="EFB8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8"/>
            <p:cNvSpPr/>
            <p:nvPr/>
          </p:nvSpPr>
          <p:spPr>
            <a:xfrm>
              <a:off x="2476988" y="2484046"/>
              <a:ext cx="67443" cy="94251"/>
            </a:xfrm>
            <a:custGeom>
              <a:avLst/>
              <a:gdLst/>
              <a:ahLst/>
              <a:cxnLst/>
              <a:rect l="l" t="t" r="r" b="b"/>
              <a:pathLst>
                <a:path w="10277" h="14362" extrusionOk="0">
                  <a:moveTo>
                    <a:pt x="5138" y="1"/>
                  </a:moveTo>
                  <a:cubicBezTo>
                    <a:pt x="2156" y="1028"/>
                    <a:pt x="1" y="3860"/>
                    <a:pt x="1" y="7194"/>
                  </a:cubicBezTo>
                  <a:cubicBezTo>
                    <a:pt x="1" y="10527"/>
                    <a:pt x="2156" y="13334"/>
                    <a:pt x="5138" y="14362"/>
                  </a:cubicBezTo>
                  <a:cubicBezTo>
                    <a:pt x="8121" y="13334"/>
                    <a:pt x="10276" y="10527"/>
                    <a:pt x="10276" y="7194"/>
                  </a:cubicBezTo>
                  <a:cubicBezTo>
                    <a:pt x="10276" y="3860"/>
                    <a:pt x="8121" y="1028"/>
                    <a:pt x="5138" y="1"/>
                  </a:cubicBezTo>
                  <a:close/>
                </a:path>
              </a:pathLst>
            </a:custGeom>
            <a:solidFill>
              <a:srgbClr val="E458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8"/>
            <p:cNvSpPr/>
            <p:nvPr/>
          </p:nvSpPr>
          <p:spPr>
            <a:xfrm>
              <a:off x="2720575" y="2264143"/>
              <a:ext cx="89808" cy="122706"/>
            </a:xfrm>
            <a:custGeom>
              <a:avLst/>
              <a:gdLst/>
              <a:ahLst/>
              <a:cxnLst/>
              <a:rect l="l" t="t" r="r" b="b"/>
              <a:pathLst>
                <a:path w="13685" h="18698" extrusionOk="0">
                  <a:moveTo>
                    <a:pt x="6843" y="1"/>
                  </a:moveTo>
                  <a:cubicBezTo>
                    <a:pt x="2858" y="1254"/>
                    <a:pt x="0" y="4963"/>
                    <a:pt x="0" y="9349"/>
                  </a:cubicBezTo>
                  <a:cubicBezTo>
                    <a:pt x="0" y="13735"/>
                    <a:pt x="2858" y="17445"/>
                    <a:pt x="6843" y="18698"/>
                  </a:cubicBezTo>
                  <a:cubicBezTo>
                    <a:pt x="10803" y="17445"/>
                    <a:pt x="13685" y="13735"/>
                    <a:pt x="13685" y="9349"/>
                  </a:cubicBezTo>
                  <a:cubicBezTo>
                    <a:pt x="13685" y="4963"/>
                    <a:pt x="10803" y="1254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8"/>
            <p:cNvSpPr/>
            <p:nvPr/>
          </p:nvSpPr>
          <p:spPr>
            <a:xfrm>
              <a:off x="2780117" y="2360730"/>
              <a:ext cx="22864" cy="20856"/>
            </a:xfrm>
            <a:custGeom>
              <a:avLst/>
              <a:gdLst/>
              <a:ahLst/>
              <a:cxnLst/>
              <a:rect l="l" t="t" r="r" b="b"/>
              <a:pathLst>
                <a:path w="3484" h="3178" extrusionOk="0">
                  <a:moveTo>
                    <a:pt x="1751" y="1"/>
                  </a:moveTo>
                  <a:cubicBezTo>
                    <a:pt x="1347" y="1"/>
                    <a:pt x="940" y="158"/>
                    <a:pt x="627" y="471"/>
                  </a:cubicBezTo>
                  <a:lnTo>
                    <a:pt x="602" y="471"/>
                  </a:lnTo>
                  <a:cubicBezTo>
                    <a:pt x="0" y="1097"/>
                    <a:pt x="0" y="2100"/>
                    <a:pt x="602" y="2727"/>
                  </a:cubicBezTo>
                  <a:cubicBezTo>
                    <a:pt x="902" y="3027"/>
                    <a:pt x="1329" y="3178"/>
                    <a:pt x="1730" y="3178"/>
                  </a:cubicBezTo>
                  <a:cubicBezTo>
                    <a:pt x="2131" y="3178"/>
                    <a:pt x="2532" y="3027"/>
                    <a:pt x="2832" y="2727"/>
                  </a:cubicBezTo>
                  <a:lnTo>
                    <a:pt x="2857" y="2702"/>
                  </a:lnTo>
                  <a:cubicBezTo>
                    <a:pt x="3484" y="2100"/>
                    <a:pt x="3484" y="1097"/>
                    <a:pt x="2857" y="471"/>
                  </a:cubicBezTo>
                  <a:cubicBezTo>
                    <a:pt x="2557" y="158"/>
                    <a:pt x="2156" y="1"/>
                    <a:pt x="17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8"/>
            <p:cNvSpPr/>
            <p:nvPr/>
          </p:nvSpPr>
          <p:spPr>
            <a:xfrm>
              <a:off x="2518273" y="2556089"/>
              <a:ext cx="23034" cy="20895"/>
            </a:xfrm>
            <a:custGeom>
              <a:avLst/>
              <a:gdLst/>
              <a:ahLst/>
              <a:cxnLst/>
              <a:rect l="l" t="t" r="r" b="b"/>
              <a:pathLst>
                <a:path w="3510" h="3184" extrusionOk="0">
                  <a:moveTo>
                    <a:pt x="1758" y="0"/>
                  </a:moveTo>
                  <a:cubicBezTo>
                    <a:pt x="1354" y="0"/>
                    <a:pt x="953" y="151"/>
                    <a:pt x="652" y="451"/>
                  </a:cubicBezTo>
                  <a:lnTo>
                    <a:pt x="627" y="477"/>
                  </a:lnTo>
                  <a:cubicBezTo>
                    <a:pt x="0" y="1103"/>
                    <a:pt x="0" y="2106"/>
                    <a:pt x="627" y="2707"/>
                  </a:cubicBezTo>
                  <a:cubicBezTo>
                    <a:pt x="928" y="3033"/>
                    <a:pt x="1354" y="3183"/>
                    <a:pt x="1755" y="3183"/>
                  </a:cubicBezTo>
                  <a:cubicBezTo>
                    <a:pt x="2156" y="3183"/>
                    <a:pt x="2557" y="3033"/>
                    <a:pt x="2857" y="2707"/>
                  </a:cubicBezTo>
                  <a:lnTo>
                    <a:pt x="2882" y="2707"/>
                  </a:lnTo>
                  <a:cubicBezTo>
                    <a:pt x="3509" y="2081"/>
                    <a:pt x="3509" y="1078"/>
                    <a:pt x="2882" y="451"/>
                  </a:cubicBezTo>
                  <a:cubicBezTo>
                    <a:pt x="2569" y="151"/>
                    <a:pt x="2162" y="0"/>
                    <a:pt x="1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8"/>
            <p:cNvSpPr/>
            <p:nvPr/>
          </p:nvSpPr>
          <p:spPr>
            <a:xfrm>
              <a:off x="2401493" y="2109373"/>
              <a:ext cx="20731" cy="20856"/>
            </a:xfrm>
            <a:custGeom>
              <a:avLst/>
              <a:gdLst/>
              <a:ahLst/>
              <a:cxnLst/>
              <a:rect l="l" t="t" r="r" b="b"/>
              <a:pathLst>
                <a:path w="3159" h="3178" extrusionOk="0">
                  <a:moveTo>
                    <a:pt x="1587" y="0"/>
                  </a:moveTo>
                  <a:cubicBezTo>
                    <a:pt x="1382" y="0"/>
                    <a:pt x="1169" y="40"/>
                    <a:pt x="953" y="126"/>
                  </a:cubicBezTo>
                  <a:cubicBezTo>
                    <a:pt x="377" y="352"/>
                    <a:pt x="1" y="928"/>
                    <a:pt x="1" y="1555"/>
                  </a:cubicBezTo>
                  <a:cubicBezTo>
                    <a:pt x="1" y="2332"/>
                    <a:pt x="577" y="3058"/>
                    <a:pt x="1354" y="3159"/>
                  </a:cubicBezTo>
                  <a:cubicBezTo>
                    <a:pt x="1438" y="3172"/>
                    <a:pt x="1522" y="3178"/>
                    <a:pt x="1603" y="3178"/>
                  </a:cubicBezTo>
                  <a:cubicBezTo>
                    <a:pt x="2468" y="3178"/>
                    <a:pt x="3159" y="2475"/>
                    <a:pt x="3159" y="1605"/>
                  </a:cubicBezTo>
                  <a:lnTo>
                    <a:pt x="3159" y="1580"/>
                  </a:lnTo>
                  <a:cubicBezTo>
                    <a:pt x="3159" y="708"/>
                    <a:pt x="2454" y="0"/>
                    <a:pt x="15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8"/>
            <p:cNvSpPr/>
            <p:nvPr/>
          </p:nvSpPr>
          <p:spPr>
            <a:xfrm>
              <a:off x="2633734" y="2315134"/>
              <a:ext cx="24347" cy="20731"/>
            </a:xfrm>
            <a:custGeom>
              <a:avLst/>
              <a:gdLst/>
              <a:ahLst/>
              <a:cxnLst/>
              <a:rect l="l" t="t" r="r" b="b"/>
              <a:pathLst>
                <a:path w="3710" h="3159" extrusionOk="0">
                  <a:moveTo>
                    <a:pt x="1830" y="0"/>
                  </a:moveTo>
                  <a:cubicBezTo>
                    <a:pt x="802" y="0"/>
                    <a:pt x="0" y="1003"/>
                    <a:pt x="326" y="2081"/>
                  </a:cubicBezTo>
                  <a:cubicBezTo>
                    <a:pt x="527" y="2732"/>
                    <a:pt x="1153" y="3158"/>
                    <a:pt x="1855" y="3158"/>
                  </a:cubicBezTo>
                  <a:cubicBezTo>
                    <a:pt x="2908" y="3158"/>
                    <a:pt x="3710" y="2181"/>
                    <a:pt x="3359" y="1078"/>
                  </a:cubicBezTo>
                  <a:cubicBezTo>
                    <a:pt x="3158" y="426"/>
                    <a:pt x="2532" y="0"/>
                    <a:pt x="1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8"/>
            <p:cNvSpPr/>
            <p:nvPr/>
          </p:nvSpPr>
          <p:spPr>
            <a:xfrm>
              <a:off x="2428465" y="2250867"/>
              <a:ext cx="397379" cy="340587"/>
            </a:xfrm>
            <a:custGeom>
              <a:avLst/>
              <a:gdLst/>
              <a:ahLst/>
              <a:cxnLst/>
              <a:rect l="l" t="t" r="r" b="b"/>
              <a:pathLst>
                <a:path w="60553" h="51899" extrusionOk="0">
                  <a:moveTo>
                    <a:pt x="48385" y="0"/>
                  </a:moveTo>
                  <a:cubicBezTo>
                    <a:pt x="45465" y="0"/>
                    <a:pt x="42545" y="1109"/>
                    <a:pt x="40327" y="3327"/>
                  </a:cubicBezTo>
                  <a:cubicBezTo>
                    <a:pt x="36543" y="7112"/>
                    <a:pt x="35991" y="12926"/>
                    <a:pt x="38648" y="17312"/>
                  </a:cubicBezTo>
                  <a:lnTo>
                    <a:pt x="16066" y="35758"/>
                  </a:lnTo>
                  <a:cubicBezTo>
                    <a:pt x="14348" y="34279"/>
                    <a:pt x="12210" y="33538"/>
                    <a:pt x="10073" y="33538"/>
                  </a:cubicBezTo>
                  <a:cubicBezTo>
                    <a:pt x="7721" y="33538"/>
                    <a:pt x="5371" y="34436"/>
                    <a:pt x="3585" y="36235"/>
                  </a:cubicBezTo>
                  <a:cubicBezTo>
                    <a:pt x="1" y="39793"/>
                    <a:pt x="1" y="45633"/>
                    <a:pt x="3585" y="49217"/>
                  </a:cubicBezTo>
                  <a:cubicBezTo>
                    <a:pt x="5314" y="50946"/>
                    <a:pt x="7645" y="51899"/>
                    <a:pt x="10051" y="51899"/>
                  </a:cubicBezTo>
                  <a:cubicBezTo>
                    <a:pt x="10452" y="51899"/>
                    <a:pt x="10853" y="51874"/>
                    <a:pt x="11254" y="51824"/>
                  </a:cubicBezTo>
                  <a:cubicBezTo>
                    <a:pt x="12131" y="51698"/>
                    <a:pt x="12733" y="50921"/>
                    <a:pt x="12633" y="50044"/>
                  </a:cubicBezTo>
                  <a:cubicBezTo>
                    <a:pt x="12518" y="49245"/>
                    <a:pt x="11863" y="48674"/>
                    <a:pt x="11084" y="48674"/>
                  </a:cubicBezTo>
                  <a:cubicBezTo>
                    <a:pt x="11008" y="48674"/>
                    <a:pt x="10931" y="48680"/>
                    <a:pt x="10853" y="48691"/>
                  </a:cubicBezTo>
                  <a:cubicBezTo>
                    <a:pt x="10605" y="48721"/>
                    <a:pt x="10356" y="48736"/>
                    <a:pt x="10109" y="48736"/>
                  </a:cubicBezTo>
                  <a:cubicBezTo>
                    <a:pt x="8511" y="48736"/>
                    <a:pt x="6966" y="48112"/>
                    <a:pt x="5816" y="46961"/>
                  </a:cubicBezTo>
                  <a:cubicBezTo>
                    <a:pt x="3485" y="44631"/>
                    <a:pt x="3485" y="40796"/>
                    <a:pt x="5816" y="38465"/>
                  </a:cubicBezTo>
                  <a:cubicBezTo>
                    <a:pt x="6993" y="37287"/>
                    <a:pt x="8535" y="36698"/>
                    <a:pt x="10076" y="36698"/>
                  </a:cubicBezTo>
                  <a:cubicBezTo>
                    <a:pt x="11618" y="36698"/>
                    <a:pt x="13159" y="37287"/>
                    <a:pt x="14337" y="38465"/>
                  </a:cubicBezTo>
                  <a:cubicBezTo>
                    <a:pt x="15690" y="39819"/>
                    <a:pt x="16317" y="41698"/>
                    <a:pt x="16016" y="43603"/>
                  </a:cubicBezTo>
                  <a:cubicBezTo>
                    <a:pt x="15891" y="44480"/>
                    <a:pt x="16492" y="45282"/>
                    <a:pt x="17344" y="45408"/>
                  </a:cubicBezTo>
                  <a:cubicBezTo>
                    <a:pt x="17425" y="45419"/>
                    <a:pt x="17505" y="45425"/>
                    <a:pt x="17583" y="45425"/>
                  </a:cubicBezTo>
                  <a:cubicBezTo>
                    <a:pt x="18363" y="45425"/>
                    <a:pt x="19035" y="44876"/>
                    <a:pt x="19149" y="44079"/>
                  </a:cubicBezTo>
                  <a:cubicBezTo>
                    <a:pt x="19450" y="42049"/>
                    <a:pt x="19049" y="39969"/>
                    <a:pt x="18071" y="38215"/>
                  </a:cubicBezTo>
                  <a:lnTo>
                    <a:pt x="40653" y="19768"/>
                  </a:lnTo>
                  <a:cubicBezTo>
                    <a:pt x="42783" y="21723"/>
                    <a:pt x="45540" y="22801"/>
                    <a:pt x="48372" y="22801"/>
                  </a:cubicBezTo>
                  <a:cubicBezTo>
                    <a:pt x="49475" y="22801"/>
                    <a:pt x="50603" y="22625"/>
                    <a:pt x="51680" y="22300"/>
                  </a:cubicBezTo>
                  <a:cubicBezTo>
                    <a:pt x="52508" y="22049"/>
                    <a:pt x="52984" y="21172"/>
                    <a:pt x="52733" y="20345"/>
                  </a:cubicBezTo>
                  <a:cubicBezTo>
                    <a:pt x="52528" y="19646"/>
                    <a:pt x="51901" y="19200"/>
                    <a:pt x="51213" y="19200"/>
                  </a:cubicBezTo>
                  <a:cubicBezTo>
                    <a:pt x="51061" y="19200"/>
                    <a:pt x="50907" y="19222"/>
                    <a:pt x="50753" y="19267"/>
                  </a:cubicBezTo>
                  <a:cubicBezTo>
                    <a:pt x="49964" y="19505"/>
                    <a:pt x="49159" y="19621"/>
                    <a:pt x="48361" y="19621"/>
                  </a:cubicBezTo>
                  <a:cubicBezTo>
                    <a:pt x="46218" y="19621"/>
                    <a:pt x="44128" y="18783"/>
                    <a:pt x="42558" y="17212"/>
                  </a:cubicBezTo>
                  <a:cubicBezTo>
                    <a:pt x="39350" y="14004"/>
                    <a:pt x="39350" y="8791"/>
                    <a:pt x="42558" y="5583"/>
                  </a:cubicBezTo>
                  <a:cubicBezTo>
                    <a:pt x="44162" y="3979"/>
                    <a:pt x="46273" y="3177"/>
                    <a:pt x="48385" y="3177"/>
                  </a:cubicBezTo>
                  <a:cubicBezTo>
                    <a:pt x="50496" y="3177"/>
                    <a:pt x="52608" y="3979"/>
                    <a:pt x="54212" y="5583"/>
                  </a:cubicBezTo>
                  <a:cubicBezTo>
                    <a:pt x="56417" y="7788"/>
                    <a:pt x="57169" y="11021"/>
                    <a:pt x="56192" y="14004"/>
                  </a:cubicBezTo>
                  <a:cubicBezTo>
                    <a:pt x="55916" y="14831"/>
                    <a:pt x="56367" y="15733"/>
                    <a:pt x="57194" y="15984"/>
                  </a:cubicBezTo>
                  <a:cubicBezTo>
                    <a:pt x="57364" y="16040"/>
                    <a:pt x="57536" y="16067"/>
                    <a:pt x="57705" y="16067"/>
                  </a:cubicBezTo>
                  <a:cubicBezTo>
                    <a:pt x="58364" y="16067"/>
                    <a:pt x="58980" y="15659"/>
                    <a:pt x="59199" y="14981"/>
                  </a:cubicBezTo>
                  <a:cubicBezTo>
                    <a:pt x="60553" y="10871"/>
                    <a:pt x="59500" y="6410"/>
                    <a:pt x="56442" y="3327"/>
                  </a:cubicBezTo>
                  <a:cubicBezTo>
                    <a:pt x="54224" y="1109"/>
                    <a:pt x="51305" y="0"/>
                    <a:pt x="48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8"/>
            <p:cNvSpPr/>
            <p:nvPr/>
          </p:nvSpPr>
          <p:spPr>
            <a:xfrm>
              <a:off x="2409552" y="2059701"/>
              <a:ext cx="413825" cy="315801"/>
            </a:xfrm>
            <a:custGeom>
              <a:avLst/>
              <a:gdLst/>
              <a:ahLst/>
              <a:cxnLst/>
              <a:rect l="l" t="t" r="r" b="b"/>
              <a:pathLst>
                <a:path w="63059" h="48122" extrusionOk="0">
                  <a:moveTo>
                    <a:pt x="53485" y="3159"/>
                  </a:moveTo>
                  <a:cubicBezTo>
                    <a:pt x="56793" y="3159"/>
                    <a:pt x="59500" y="5840"/>
                    <a:pt x="59500" y="9174"/>
                  </a:cubicBezTo>
                  <a:cubicBezTo>
                    <a:pt x="59500" y="12482"/>
                    <a:pt x="56793" y="15189"/>
                    <a:pt x="53485" y="15189"/>
                  </a:cubicBezTo>
                  <a:cubicBezTo>
                    <a:pt x="50151" y="15189"/>
                    <a:pt x="47470" y="12482"/>
                    <a:pt x="47470" y="9174"/>
                  </a:cubicBezTo>
                  <a:cubicBezTo>
                    <a:pt x="47470" y="5840"/>
                    <a:pt x="50151" y="3159"/>
                    <a:pt x="53485" y="3159"/>
                  </a:cubicBezTo>
                  <a:close/>
                  <a:moveTo>
                    <a:pt x="11480" y="36041"/>
                  </a:moveTo>
                  <a:cubicBezTo>
                    <a:pt x="13936" y="36041"/>
                    <a:pt x="15916" y="38021"/>
                    <a:pt x="15916" y="40477"/>
                  </a:cubicBezTo>
                  <a:cubicBezTo>
                    <a:pt x="15916" y="42907"/>
                    <a:pt x="13920" y="44904"/>
                    <a:pt x="11495" y="44904"/>
                  </a:cubicBezTo>
                  <a:cubicBezTo>
                    <a:pt x="11243" y="44904"/>
                    <a:pt x="10987" y="44883"/>
                    <a:pt x="10728" y="44838"/>
                  </a:cubicBezTo>
                  <a:cubicBezTo>
                    <a:pt x="10026" y="44713"/>
                    <a:pt x="9349" y="44437"/>
                    <a:pt x="8798" y="43986"/>
                  </a:cubicBezTo>
                  <a:cubicBezTo>
                    <a:pt x="7444" y="42958"/>
                    <a:pt x="6818" y="41329"/>
                    <a:pt x="7144" y="39625"/>
                  </a:cubicBezTo>
                  <a:cubicBezTo>
                    <a:pt x="7244" y="39074"/>
                    <a:pt x="7444" y="38522"/>
                    <a:pt x="7770" y="38046"/>
                  </a:cubicBezTo>
                  <a:cubicBezTo>
                    <a:pt x="8522" y="36918"/>
                    <a:pt x="9675" y="36217"/>
                    <a:pt x="10978" y="36066"/>
                  </a:cubicBezTo>
                  <a:cubicBezTo>
                    <a:pt x="11154" y="36066"/>
                    <a:pt x="11304" y="36041"/>
                    <a:pt x="11480" y="36041"/>
                  </a:cubicBezTo>
                  <a:close/>
                  <a:moveTo>
                    <a:pt x="7896" y="1"/>
                  </a:moveTo>
                  <a:cubicBezTo>
                    <a:pt x="5013" y="1"/>
                    <a:pt x="2382" y="1304"/>
                    <a:pt x="627" y="3585"/>
                  </a:cubicBezTo>
                  <a:cubicBezTo>
                    <a:pt x="76" y="4261"/>
                    <a:pt x="201" y="5264"/>
                    <a:pt x="903" y="5790"/>
                  </a:cubicBezTo>
                  <a:cubicBezTo>
                    <a:pt x="1196" y="6010"/>
                    <a:pt x="1537" y="6116"/>
                    <a:pt x="1874" y="6116"/>
                  </a:cubicBezTo>
                  <a:cubicBezTo>
                    <a:pt x="2346" y="6116"/>
                    <a:pt x="2812" y="5909"/>
                    <a:pt x="3134" y="5515"/>
                  </a:cubicBezTo>
                  <a:cubicBezTo>
                    <a:pt x="4286" y="4011"/>
                    <a:pt x="6016" y="3159"/>
                    <a:pt x="7896" y="3159"/>
                  </a:cubicBezTo>
                  <a:cubicBezTo>
                    <a:pt x="11079" y="3159"/>
                    <a:pt x="13710" y="5665"/>
                    <a:pt x="13886" y="8798"/>
                  </a:cubicBezTo>
                  <a:cubicBezTo>
                    <a:pt x="13860" y="8923"/>
                    <a:pt x="13860" y="9048"/>
                    <a:pt x="13860" y="9174"/>
                  </a:cubicBezTo>
                  <a:cubicBezTo>
                    <a:pt x="13860" y="9299"/>
                    <a:pt x="13860" y="9424"/>
                    <a:pt x="13886" y="9550"/>
                  </a:cubicBezTo>
                  <a:cubicBezTo>
                    <a:pt x="13710" y="12683"/>
                    <a:pt x="11079" y="15189"/>
                    <a:pt x="7896" y="15189"/>
                  </a:cubicBezTo>
                  <a:cubicBezTo>
                    <a:pt x="5966" y="15189"/>
                    <a:pt x="4211" y="14287"/>
                    <a:pt x="3058" y="12733"/>
                  </a:cubicBezTo>
                  <a:cubicBezTo>
                    <a:pt x="2745" y="12314"/>
                    <a:pt x="2271" y="12092"/>
                    <a:pt x="1785" y="12092"/>
                  </a:cubicBezTo>
                  <a:cubicBezTo>
                    <a:pt x="1456" y="12092"/>
                    <a:pt x="1121" y="12194"/>
                    <a:pt x="828" y="12407"/>
                  </a:cubicBezTo>
                  <a:cubicBezTo>
                    <a:pt x="126" y="12933"/>
                    <a:pt x="1" y="13911"/>
                    <a:pt x="502" y="14612"/>
                  </a:cubicBezTo>
                  <a:cubicBezTo>
                    <a:pt x="2106" y="16793"/>
                    <a:pt x="4637" y="18146"/>
                    <a:pt x="7319" y="18322"/>
                  </a:cubicBezTo>
                  <a:lnTo>
                    <a:pt x="9048" y="33334"/>
                  </a:lnTo>
                  <a:cubicBezTo>
                    <a:pt x="7971" y="33710"/>
                    <a:pt x="6943" y="34312"/>
                    <a:pt x="6116" y="35164"/>
                  </a:cubicBezTo>
                  <a:cubicBezTo>
                    <a:pt x="4687" y="36592"/>
                    <a:pt x="3885" y="38497"/>
                    <a:pt x="3885" y="40527"/>
                  </a:cubicBezTo>
                  <a:cubicBezTo>
                    <a:pt x="3885" y="42557"/>
                    <a:pt x="4687" y="44462"/>
                    <a:pt x="6116" y="45891"/>
                  </a:cubicBezTo>
                  <a:cubicBezTo>
                    <a:pt x="7545" y="47344"/>
                    <a:pt x="9449" y="48121"/>
                    <a:pt x="11480" y="48121"/>
                  </a:cubicBezTo>
                  <a:cubicBezTo>
                    <a:pt x="15139" y="48121"/>
                    <a:pt x="18196" y="45540"/>
                    <a:pt x="18923" y="42081"/>
                  </a:cubicBezTo>
                  <a:lnTo>
                    <a:pt x="30778" y="42081"/>
                  </a:lnTo>
                  <a:cubicBezTo>
                    <a:pt x="31555" y="42081"/>
                    <a:pt x="32282" y="41530"/>
                    <a:pt x="32382" y="40753"/>
                  </a:cubicBezTo>
                  <a:cubicBezTo>
                    <a:pt x="32532" y="39775"/>
                    <a:pt x="31780" y="38923"/>
                    <a:pt x="30828" y="38923"/>
                  </a:cubicBezTo>
                  <a:lnTo>
                    <a:pt x="18898" y="38923"/>
                  </a:lnTo>
                  <a:cubicBezTo>
                    <a:pt x="18221" y="35740"/>
                    <a:pt x="15515" y="33284"/>
                    <a:pt x="12206" y="32983"/>
                  </a:cubicBezTo>
                  <a:lnTo>
                    <a:pt x="10452" y="17996"/>
                  </a:lnTo>
                  <a:cubicBezTo>
                    <a:pt x="13785" y="17018"/>
                    <a:pt x="16342" y="14211"/>
                    <a:pt x="16943" y="10753"/>
                  </a:cubicBezTo>
                  <a:lnTo>
                    <a:pt x="44437" y="10753"/>
                  </a:lnTo>
                  <a:cubicBezTo>
                    <a:pt x="45194" y="15057"/>
                    <a:pt x="48964" y="18357"/>
                    <a:pt x="53493" y="18357"/>
                  </a:cubicBezTo>
                  <a:cubicBezTo>
                    <a:pt x="53764" y="18357"/>
                    <a:pt x="54037" y="18346"/>
                    <a:pt x="54312" y="18322"/>
                  </a:cubicBezTo>
                  <a:cubicBezTo>
                    <a:pt x="58723" y="17921"/>
                    <a:pt x="62282" y="14337"/>
                    <a:pt x="62633" y="9926"/>
                  </a:cubicBezTo>
                  <a:cubicBezTo>
                    <a:pt x="63059" y="4512"/>
                    <a:pt x="58798" y="1"/>
                    <a:pt x="53485" y="1"/>
                  </a:cubicBezTo>
                  <a:cubicBezTo>
                    <a:pt x="48948" y="1"/>
                    <a:pt x="45189" y="3284"/>
                    <a:pt x="44437" y="7595"/>
                  </a:cubicBezTo>
                  <a:lnTo>
                    <a:pt x="16943" y="7595"/>
                  </a:lnTo>
                  <a:cubicBezTo>
                    <a:pt x="16191" y="3284"/>
                    <a:pt x="12407" y="1"/>
                    <a:pt x="78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1" name="Google Shape;3451;p38"/>
          <p:cNvSpPr/>
          <p:nvPr/>
        </p:nvSpPr>
        <p:spPr>
          <a:xfrm>
            <a:off x="6125038" y="2007450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52" name="Google Shape;3452;p38"/>
          <p:cNvGrpSpPr/>
          <p:nvPr/>
        </p:nvGrpSpPr>
        <p:grpSpPr>
          <a:xfrm>
            <a:off x="6292507" y="2146876"/>
            <a:ext cx="475670" cy="531753"/>
            <a:chOff x="6292507" y="2059701"/>
            <a:chExt cx="475670" cy="531753"/>
          </a:xfrm>
        </p:grpSpPr>
        <p:sp>
          <p:nvSpPr>
            <p:cNvPr id="3453" name="Google Shape;3453;p38"/>
            <p:cNvSpPr/>
            <p:nvPr/>
          </p:nvSpPr>
          <p:spPr>
            <a:xfrm>
              <a:off x="6533135" y="2090132"/>
              <a:ext cx="75502" cy="75502"/>
            </a:xfrm>
            <a:custGeom>
              <a:avLst/>
              <a:gdLst/>
              <a:ahLst/>
              <a:cxnLst/>
              <a:rect l="l" t="t" r="r" b="b"/>
              <a:pathLst>
                <a:path w="11505" h="11505" extrusionOk="0">
                  <a:moveTo>
                    <a:pt x="7269" y="0"/>
                  </a:moveTo>
                  <a:cubicBezTo>
                    <a:pt x="3259" y="0"/>
                    <a:pt x="1" y="3259"/>
                    <a:pt x="1" y="7269"/>
                  </a:cubicBezTo>
                  <a:cubicBezTo>
                    <a:pt x="1" y="8497"/>
                    <a:pt x="302" y="9650"/>
                    <a:pt x="828" y="10652"/>
                  </a:cubicBezTo>
                  <a:cubicBezTo>
                    <a:pt x="1830" y="11204"/>
                    <a:pt x="2983" y="11504"/>
                    <a:pt x="4211" y="11504"/>
                  </a:cubicBezTo>
                  <a:cubicBezTo>
                    <a:pt x="8246" y="11504"/>
                    <a:pt x="11505" y="8246"/>
                    <a:pt x="11505" y="4211"/>
                  </a:cubicBezTo>
                  <a:cubicBezTo>
                    <a:pt x="11505" y="2983"/>
                    <a:pt x="11204" y="1830"/>
                    <a:pt x="10652" y="828"/>
                  </a:cubicBezTo>
                  <a:cubicBezTo>
                    <a:pt x="9650" y="301"/>
                    <a:pt x="8497" y="0"/>
                    <a:pt x="7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8"/>
            <p:cNvSpPr/>
            <p:nvPr/>
          </p:nvSpPr>
          <p:spPr>
            <a:xfrm>
              <a:off x="6329520" y="2512173"/>
              <a:ext cx="68919" cy="68919"/>
            </a:xfrm>
            <a:custGeom>
              <a:avLst/>
              <a:gdLst/>
              <a:ahLst/>
              <a:cxnLst/>
              <a:rect l="l" t="t" r="r" b="b"/>
              <a:pathLst>
                <a:path w="10502" h="10502" extrusionOk="0">
                  <a:moveTo>
                    <a:pt x="7293" y="1"/>
                  </a:moveTo>
                  <a:cubicBezTo>
                    <a:pt x="3258" y="1"/>
                    <a:pt x="0" y="3284"/>
                    <a:pt x="0" y="7294"/>
                  </a:cubicBezTo>
                  <a:cubicBezTo>
                    <a:pt x="0" y="8246"/>
                    <a:pt x="201" y="9148"/>
                    <a:pt x="526" y="9976"/>
                  </a:cubicBezTo>
                  <a:cubicBezTo>
                    <a:pt x="1353" y="10326"/>
                    <a:pt x="2256" y="10502"/>
                    <a:pt x="3208" y="10502"/>
                  </a:cubicBezTo>
                  <a:cubicBezTo>
                    <a:pt x="7243" y="10502"/>
                    <a:pt x="10501" y="7244"/>
                    <a:pt x="10501" y="3209"/>
                  </a:cubicBezTo>
                  <a:cubicBezTo>
                    <a:pt x="10501" y="2256"/>
                    <a:pt x="10301" y="1354"/>
                    <a:pt x="9975" y="527"/>
                  </a:cubicBezTo>
                  <a:cubicBezTo>
                    <a:pt x="9148" y="201"/>
                    <a:pt x="8246" y="1"/>
                    <a:pt x="7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8"/>
            <p:cNvSpPr/>
            <p:nvPr/>
          </p:nvSpPr>
          <p:spPr>
            <a:xfrm>
              <a:off x="6701226" y="2468420"/>
              <a:ext cx="56588" cy="56588"/>
            </a:xfrm>
            <a:custGeom>
              <a:avLst/>
              <a:gdLst/>
              <a:ahLst/>
              <a:cxnLst/>
              <a:rect l="l" t="t" r="r" b="b"/>
              <a:pathLst>
                <a:path w="8623" h="8623" extrusionOk="0">
                  <a:moveTo>
                    <a:pt x="6016" y="1"/>
                  </a:moveTo>
                  <a:cubicBezTo>
                    <a:pt x="2708" y="1"/>
                    <a:pt x="1" y="2683"/>
                    <a:pt x="1" y="6016"/>
                  </a:cubicBezTo>
                  <a:cubicBezTo>
                    <a:pt x="1" y="6793"/>
                    <a:pt x="151" y="7520"/>
                    <a:pt x="427" y="8196"/>
                  </a:cubicBezTo>
                  <a:cubicBezTo>
                    <a:pt x="1104" y="8472"/>
                    <a:pt x="1831" y="8622"/>
                    <a:pt x="2608" y="8622"/>
                  </a:cubicBezTo>
                  <a:cubicBezTo>
                    <a:pt x="5941" y="8622"/>
                    <a:pt x="8623" y="5916"/>
                    <a:pt x="8623" y="2607"/>
                  </a:cubicBezTo>
                  <a:cubicBezTo>
                    <a:pt x="8623" y="1830"/>
                    <a:pt x="8472" y="1104"/>
                    <a:pt x="8197" y="427"/>
                  </a:cubicBezTo>
                  <a:cubicBezTo>
                    <a:pt x="7520" y="151"/>
                    <a:pt x="6793" y="1"/>
                    <a:pt x="6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8"/>
            <p:cNvSpPr/>
            <p:nvPr/>
          </p:nvSpPr>
          <p:spPr>
            <a:xfrm>
              <a:off x="6322938" y="2279276"/>
              <a:ext cx="46390" cy="46390"/>
            </a:xfrm>
            <a:custGeom>
              <a:avLst/>
              <a:gdLst/>
              <a:ahLst/>
              <a:cxnLst/>
              <a:rect l="l" t="t" r="r" b="b"/>
              <a:pathLst>
                <a:path w="7069" h="7069" extrusionOk="0">
                  <a:moveTo>
                    <a:pt x="5063" y="1"/>
                  </a:moveTo>
                  <a:cubicBezTo>
                    <a:pt x="2256" y="1"/>
                    <a:pt x="1" y="2256"/>
                    <a:pt x="1" y="5063"/>
                  </a:cubicBezTo>
                  <a:cubicBezTo>
                    <a:pt x="1" y="5665"/>
                    <a:pt x="101" y="6241"/>
                    <a:pt x="301" y="6768"/>
                  </a:cubicBezTo>
                  <a:cubicBezTo>
                    <a:pt x="828" y="6968"/>
                    <a:pt x="1404" y="7068"/>
                    <a:pt x="2006" y="7068"/>
                  </a:cubicBezTo>
                  <a:cubicBezTo>
                    <a:pt x="4813" y="7068"/>
                    <a:pt x="7068" y="4813"/>
                    <a:pt x="7068" y="2006"/>
                  </a:cubicBezTo>
                  <a:cubicBezTo>
                    <a:pt x="7068" y="1404"/>
                    <a:pt x="6968" y="828"/>
                    <a:pt x="6768" y="301"/>
                  </a:cubicBezTo>
                  <a:cubicBezTo>
                    <a:pt x="6241" y="101"/>
                    <a:pt x="5665" y="1"/>
                    <a:pt x="50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8"/>
            <p:cNvSpPr/>
            <p:nvPr/>
          </p:nvSpPr>
          <p:spPr>
            <a:xfrm>
              <a:off x="6524255" y="2293090"/>
              <a:ext cx="96062" cy="96062"/>
            </a:xfrm>
            <a:custGeom>
              <a:avLst/>
              <a:gdLst/>
              <a:ahLst/>
              <a:cxnLst/>
              <a:rect l="l" t="t" r="r" b="b"/>
              <a:pathLst>
                <a:path w="14638" h="14638" extrusionOk="0">
                  <a:moveTo>
                    <a:pt x="9675" y="1"/>
                  </a:moveTo>
                  <a:cubicBezTo>
                    <a:pt x="4336" y="1"/>
                    <a:pt x="0" y="4337"/>
                    <a:pt x="0" y="9675"/>
                  </a:cubicBezTo>
                  <a:cubicBezTo>
                    <a:pt x="0" y="11129"/>
                    <a:pt x="326" y="12507"/>
                    <a:pt x="903" y="13735"/>
                  </a:cubicBezTo>
                  <a:cubicBezTo>
                    <a:pt x="2131" y="14312"/>
                    <a:pt x="3509" y="14638"/>
                    <a:pt x="4963" y="14638"/>
                  </a:cubicBezTo>
                  <a:cubicBezTo>
                    <a:pt x="10326" y="14638"/>
                    <a:pt x="14637" y="10302"/>
                    <a:pt x="14637" y="4963"/>
                  </a:cubicBezTo>
                  <a:cubicBezTo>
                    <a:pt x="14637" y="3510"/>
                    <a:pt x="14311" y="2131"/>
                    <a:pt x="13760" y="903"/>
                  </a:cubicBezTo>
                  <a:cubicBezTo>
                    <a:pt x="12507" y="327"/>
                    <a:pt x="11128" y="1"/>
                    <a:pt x="96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8"/>
            <p:cNvSpPr/>
            <p:nvPr/>
          </p:nvSpPr>
          <p:spPr>
            <a:xfrm>
              <a:off x="6544652" y="2381579"/>
              <a:ext cx="24347" cy="20895"/>
            </a:xfrm>
            <a:custGeom>
              <a:avLst/>
              <a:gdLst/>
              <a:ahLst/>
              <a:cxnLst/>
              <a:rect l="l" t="t" r="r" b="b"/>
              <a:pathLst>
                <a:path w="3710" h="3184" extrusionOk="0">
                  <a:moveTo>
                    <a:pt x="1830" y="1"/>
                  </a:moveTo>
                  <a:cubicBezTo>
                    <a:pt x="802" y="1"/>
                    <a:pt x="0" y="1003"/>
                    <a:pt x="326" y="2081"/>
                  </a:cubicBezTo>
                  <a:cubicBezTo>
                    <a:pt x="527" y="2758"/>
                    <a:pt x="1153" y="3184"/>
                    <a:pt x="1855" y="3184"/>
                  </a:cubicBezTo>
                  <a:cubicBezTo>
                    <a:pt x="2532" y="3184"/>
                    <a:pt x="3158" y="2758"/>
                    <a:pt x="3359" y="2106"/>
                  </a:cubicBezTo>
                  <a:cubicBezTo>
                    <a:pt x="3709" y="1028"/>
                    <a:pt x="2907" y="1"/>
                    <a:pt x="18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8"/>
            <p:cNvSpPr/>
            <p:nvPr/>
          </p:nvSpPr>
          <p:spPr>
            <a:xfrm>
              <a:off x="6500243" y="2107234"/>
              <a:ext cx="20731" cy="20987"/>
            </a:xfrm>
            <a:custGeom>
              <a:avLst/>
              <a:gdLst/>
              <a:ahLst/>
              <a:cxnLst/>
              <a:rect l="l" t="t" r="r" b="b"/>
              <a:pathLst>
                <a:path w="3159" h="3198" extrusionOk="0">
                  <a:moveTo>
                    <a:pt x="1573" y="1"/>
                  </a:moveTo>
                  <a:cubicBezTo>
                    <a:pt x="1366" y="1"/>
                    <a:pt x="1148" y="40"/>
                    <a:pt x="928" y="126"/>
                  </a:cubicBezTo>
                  <a:cubicBezTo>
                    <a:pt x="351" y="352"/>
                    <a:pt x="0" y="928"/>
                    <a:pt x="0" y="1555"/>
                  </a:cubicBezTo>
                  <a:cubicBezTo>
                    <a:pt x="0" y="2357"/>
                    <a:pt x="552" y="3059"/>
                    <a:pt x="1354" y="3184"/>
                  </a:cubicBezTo>
                  <a:cubicBezTo>
                    <a:pt x="1425" y="3193"/>
                    <a:pt x="1497" y="3198"/>
                    <a:pt x="1566" y="3198"/>
                  </a:cubicBezTo>
                  <a:cubicBezTo>
                    <a:pt x="2448" y="3198"/>
                    <a:pt x="3158" y="2487"/>
                    <a:pt x="3158" y="1605"/>
                  </a:cubicBezTo>
                  <a:lnTo>
                    <a:pt x="3158" y="1580"/>
                  </a:lnTo>
                  <a:cubicBezTo>
                    <a:pt x="3158" y="708"/>
                    <a:pt x="2453" y="1"/>
                    <a:pt x="15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8"/>
            <p:cNvSpPr/>
            <p:nvPr/>
          </p:nvSpPr>
          <p:spPr>
            <a:xfrm>
              <a:off x="6292507" y="2522699"/>
              <a:ext cx="20731" cy="20895"/>
            </a:xfrm>
            <a:custGeom>
              <a:avLst/>
              <a:gdLst/>
              <a:ahLst/>
              <a:cxnLst/>
              <a:rect l="l" t="t" r="r" b="b"/>
              <a:pathLst>
                <a:path w="3159" h="3184" extrusionOk="0">
                  <a:moveTo>
                    <a:pt x="1580" y="1"/>
                  </a:moveTo>
                  <a:cubicBezTo>
                    <a:pt x="703" y="1"/>
                    <a:pt x="1" y="727"/>
                    <a:pt x="1" y="1605"/>
                  </a:cubicBezTo>
                  <a:cubicBezTo>
                    <a:pt x="1" y="2482"/>
                    <a:pt x="703" y="3184"/>
                    <a:pt x="1580" y="3184"/>
                  </a:cubicBezTo>
                  <a:cubicBezTo>
                    <a:pt x="2457" y="3184"/>
                    <a:pt x="3159" y="2482"/>
                    <a:pt x="3159" y="1605"/>
                  </a:cubicBezTo>
                  <a:cubicBezTo>
                    <a:pt x="3159" y="727"/>
                    <a:pt x="2457" y="1"/>
                    <a:pt x="1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8"/>
            <p:cNvSpPr/>
            <p:nvPr/>
          </p:nvSpPr>
          <p:spPr>
            <a:xfrm>
              <a:off x="6677214" y="2232236"/>
              <a:ext cx="47709" cy="47703"/>
            </a:xfrm>
            <a:custGeom>
              <a:avLst/>
              <a:gdLst/>
              <a:ahLst/>
              <a:cxnLst/>
              <a:rect l="l" t="t" r="r" b="b"/>
              <a:pathLst>
                <a:path w="7270" h="7269" extrusionOk="0">
                  <a:moveTo>
                    <a:pt x="5089" y="1"/>
                  </a:moveTo>
                  <a:cubicBezTo>
                    <a:pt x="2282" y="1"/>
                    <a:pt x="1" y="2281"/>
                    <a:pt x="1" y="5063"/>
                  </a:cubicBezTo>
                  <a:cubicBezTo>
                    <a:pt x="1" y="5715"/>
                    <a:pt x="126" y="6342"/>
                    <a:pt x="352" y="6918"/>
                  </a:cubicBezTo>
                  <a:cubicBezTo>
                    <a:pt x="928" y="7144"/>
                    <a:pt x="1555" y="7269"/>
                    <a:pt x="2206" y="7269"/>
                  </a:cubicBezTo>
                  <a:cubicBezTo>
                    <a:pt x="4988" y="7269"/>
                    <a:pt x="7269" y="4988"/>
                    <a:pt x="7269" y="2206"/>
                  </a:cubicBezTo>
                  <a:cubicBezTo>
                    <a:pt x="7269" y="1555"/>
                    <a:pt x="7144" y="928"/>
                    <a:pt x="6918" y="352"/>
                  </a:cubicBezTo>
                  <a:cubicBezTo>
                    <a:pt x="6342" y="126"/>
                    <a:pt x="5740" y="1"/>
                    <a:pt x="5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8"/>
            <p:cNvSpPr/>
            <p:nvPr/>
          </p:nvSpPr>
          <p:spPr>
            <a:xfrm>
              <a:off x="6292507" y="2059701"/>
              <a:ext cx="475670" cy="531753"/>
            </a:xfrm>
            <a:custGeom>
              <a:avLst/>
              <a:gdLst/>
              <a:ahLst/>
              <a:cxnLst/>
              <a:rect l="l" t="t" r="r" b="b"/>
              <a:pathLst>
                <a:path w="72483" h="81029" extrusionOk="0">
                  <a:moveTo>
                    <a:pt x="60828" y="25013"/>
                  </a:moveTo>
                  <a:cubicBezTo>
                    <a:pt x="62733" y="25013"/>
                    <a:pt x="64312" y="26567"/>
                    <a:pt x="64312" y="28497"/>
                  </a:cubicBezTo>
                  <a:cubicBezTo>
                    <a:pt x="64312" y="30402"/>
                    <a:pt x="62733" y="31981"/>
                    <a:pt x="60828" y="31981"/>
                  </a:cubicBezTo>
                  <a:cubicBezTo>
                    <a:pt x="59901" y="31981"/>
                    <a:pt x="59024" y="31605"/>
                    <a:pt x="58372" y="30953"/>
                  </a:cubicBezTo>
                  <a:cubicBezTo>
                    <a:pt x="57695" y="30302"/>
                    <a:pt x="57345" y="29425"/>
                    <a:pt x="57345" y="28497"/>
                  </a:cubicBezTo>
                  <a:cubicBezTo>
                    <a:pt x="57345" y="27570"/>
                    <a:pt x="57695" y="26693"/>
                    <a:pt x="58372" y="26041"/>
                  </a:cubicBezTo>
                  <a:cubicBezTo>
                    <a:pt x="59024" y="25364"/>
                    <a:pt x="59901" y="25013"/>
                    <a:pt x="60828" y="25013"/>
                  </a:cubicBezTo>
                  <a:close/>
                  <a:moveTo>
                    <a:pt x="6643" y="31981"/>
                  </a:moveTo>
                  <a:cubicBezTo>
                    <a:pt x="8572" y="31981"/>
                    <a:pt x="10126" y="33535"/>
                    <a:pt x="10126" y="35465"/>
                  </a:cubicBezTo>
                  <a:cubicBezTo>
                    <a:pt x="10126" y="37395"/>
                    <a:pt x="8572" y="38948"/>
                    <a:pt x="6643" y="38948"/>
                  </a:cubicBezTo>
                  <a:cubicBezTo>
                    <a:pt x="4713" y="38948"/>
                    <a:pt x="3159" y="37395"/>
                    <a:pt x="3159" y="35465"/>
                  </a:cubicBezTo>
                  <a:cubicBezTo>
                    <a:pt x="3159" y="34537"/>
                    <a:pt x="3510" y="33660"/>
                    <a:pt x="4186" y="33009"/>
                  </a:cubicBezTo>
                  <a:cubicBezTo>
                    <a:pt x="4838" y="32357"/>
                    <a:pt x="5715" y="31981"/>
                    <a:pt x="6643" y="31981"/>
                  </a:cubicBezTo>
                  <a:close/>
                  <a:moveTo>
                    <a:pt x="64889" y="60452"/>
                  </a:moveTo>
                  <a:cubicBezTo>
                    <a:pt x="67345" y="60452"/>
                    <a:pt x="69325" y="62457"/>
                    <a:pt x="69325" y="64888"/>
                  </a:cubicBezTo>
                  <a:cubicBezTo>
                    <a:pt x="69325" y="67319"/>
                    <a:pt x="67345" y="69324"/>
                    <a:pt x="64889" y="69324"/>
                  </a:cubicBezTo>
                  <a:cubicBezTo>
                    <a:pt x="62457" y="69324"/>
                    <a:pt x="60477" y="67319"/>
                    <a:pt x="60477" y="64888"/>
                  </a:cubicBezTo>
                  <a:cubicBezTo>
                    <a:pt x="60477" y="63710"/>
                    <a:pt x="60929" y="62608"/>
                    <a:pt x="61756" y="61756"/>
                  </a:cubicBezTo>
                  <a:cubicBezTo>
                    <a:pt x="62608" y="60928"/>
                    <a:pt x="63711" y="60452"/>
                    <a:pt x="64889" y="60452"/>
                  </a:cubicBezTo>
                  <a:close/>
                  <a:moveTo>
                    <a:pt x="40553" y="1"/>
                  </a:moveTo>
                  <a:cubicBezTo>
                    <a:pt x="37771" y="1"/>
                    <a:pt x="35214" y="1254"/>
                    <a:pt x="33510" y="3459"/>
                  </a:cubicBezTo>
                  <a:cubicBezTo>
                    <a:pt x="32984" y="4136"/>
                    <a:pt x="33109" y="5139"/>
                    <a:pt x="33811" y="5665"/>
                  </a:cubicBezTo>
                  <a:cubicBezTo>
                    <a:pt x="34103" y="5885"/>
                    <a:pt x="34444" y="5991"/>
                    <a:pt x="34782" y="5991"/>
                  </a:cubicBezTo>
                  <a:cubicBezTo>
                    <a:pt x="35254" y="5991"/>
                    <a:pt x="35720" y="5784"/>
                    <a:pt x="36041" y="5389"/>
                  </a:cubicBezTo>
                  <a:cubicBezTo>
                    <a:pt x="37119" y="3961"/>
                    <a:pt x="38773" y="3159"/>
                    <a:pt x="40553" y="3159"/>
                  </a:cubicBezTo>
                  <a:cubicBezTo>
                    <a:pt x="43685" y="3159"/>
                    <a:pt x="46242" y="5715"/>
                    <a:pt x="46242" y="8848"/>
                  </a:cubicBezTo>
                  <a:cubicBezTo>
                    <a:pt x="46242" y="12006"/>
                    <a:pt x="43685" y="14562"/>
                    <a:pt x="40553" y="14562"/>
                  </a:cubicBezTo>
                  <a:cubicBezTo>
                    <a:pt x="38723" y="14562"/>
                    <a:pt x="37044" y="13710"/>
                    <a:pt x="35966" y="12231"/>
                  </a:cubicBezTo>
                  <a:cubicBezTo>
                    <a:pt x="35652" y="11813"/>
                    <a:pt x="35178" y="11591"/>
                    <a:pt x="34698" y="11591"/>
                  </a:cubicBezTo>
                  <a:cubicBezTo>
                    <a:pt x="34373" y="11591"/>
                    <a:pt x="34044" y="11693"/>
                    <a:pt x="33761" y="11906"/>
                  </a:cubicBezTo>
                  <a:cubicBezTo>
                    <a:pt x="33059" y="12432"/>
                    <a:pt x="32908" y="13409"/>
                    <a:pt x="33410" y="14111"/>
                  </a:cubicBezTo>
                  <a:cubicBezTo>
                    <a:pt x="34763" y="15941"/>
                    <a:pt x="36768" y="17169"/>
                    <a:pt x="38923" y="17570"/>
                  </a:cubicBezTo>
                  <a:lnTo>
                    <a:pt x="38923" y="29425"/>
                  </a:lnTo>
                  <a:cubicBezTo>
                    <a:pt x="34462" y="29951"/>
                    <a:pt x="30778" y="33084"/>
                    <a:pt x="29425" y="37269"/>
                  </a:cubicBezTo>
                  <a:lnTo>
                    <a:pt x="13259" y="34838"/>
                  </a:lnTo>
                  <a:cubicBezTo>
                    <a:pt x="12958" y="31480"/>
                    <a:pt x="10101" y="28823"/>
                    <a:pt x="6643" y="28823"/>
                  </a:cubicBezTo>
                  <a:cubicBezTo>
                    <a:pt x="4863" y="28823"/>
                    <a:pt x="3184" y="29500"/>
                    <a:pt x="1931" y="30753"/>
                  </a:cubicBezTo>
                  <a:cubicBezTo>
                    <a:pt x="678" y="32031"/>
                    <a:pt x="1" y="33685"/>
                    <a:pt x="1" y="35465"/>
                  </a:cubicBezTo>
                  <a:cubicBezTo>
                    <a:pt x="1" y="39124"/>
                    <a:pt x="2983" y="42106"/>
                    <a:pt x="6643" y="42106"/>
                  </a:cubicBezTo>
                  <a:cubicBezTo>
                    <a:pt x="9425" y="42106"/>
                    <a:pt x="11806" y="40402"/>
                    <a:pt x="12783" y="37971"/>
                  </a:cubicBezTo>
                  <a:lnTo>
                    <a:pt x="28873" y="40377"/>
                  </a:lnTo>
                  <a:cubicBezTo>
                    <a:pt x="28873" y="40502"/>
                    <a:pt x="28873" y="40628"/>
                    <a:pt x="28873" y="40753"/>
                  </a:cubicBezTo>
                  <a:cubicBezTo>
                    <a:pt x="28873" y="43284"/>
                    <a:pt x="29700" y="45665"/>
                    <a:pt x="31179" y="47620"/>
                  </a:cubicBezTo>
                  <a:lnTo>
                    <a:pt x="13911" y="64888"/>
                  </a:lnTo>
                  <a:cubicBezTo>
                    <a:pt x="12457" y="63886"/>
                    <a:pt x="10728" y="63309"/>
                    <a:pt x="8848" y="63309"/>
                  </a:cubicBezTo>
                  <a:cubicBezTo>
                    <a:pt x="6091" y="63309"/>
                    <a:pt x="3535" y="64563"/>
                    <a:pt x="1831" y="66768"/>
                  </a:cubicBezTo>
                  <a:cubicBezTo>
                    <a:pt x="1304" y="67445"/>
                    <a:pt x="1430" y="68447"/>
                    <a:pt x="2106" y="68974"/>
                  </a:cubicBezTo>
                  <a:cubicBezTo>
                    <a:pt x="2397" y="69202"/>
                    <a:pt x="2739" y="69310"/>
                    <a:pt x="3078" y="69310"/>
                  </a:cubicBezTo>
                  <a:cubicBezTo>
                    <a:pt x="3557" y="69310"/>
                    <a:pt x="4029" y="69094"/>
                    <a:pt x="4337" y="68698"/>
                  </a:cubicBezTo>
                  <a:cubicBezTo>
                    <a:pt x="5440" y="67269"/>
                    <a:pt x="7069" y="66467"/>
                    <a:pt x="8848" y="66467"/>
                  </a:cubicBezTo>
                  <a:cubicBezTo>
                    <a:pt x="12006" y="66467"/>
                    <a:pt x="14562" y="69024"/>
                    <a:pt x="14562" y="72157"/>
                  </a:cubicBezTo>
                  <a:cubicBezTo>
                    <a:pt x="14562" y="75315"/>
                    <a:pt x="12006" y="77871"/>
                    <a:pt x="8848" y="77871"/>
                  </a:cubicBezTo>
                  <a:cubicBezTo>
                    <a:pt x="7019" y="77871"/>
                    <a:pt x="5364" y="77019"/>
                    <a:pt x="4262" y="75540"/>
                  </a:cubicBezTo>
                  <a:cubicBezTo>
                    <a:pt x="3963" y="75122"/>
                    <a:pt x="3486" y="74899"/>
                    <a:pt x="3001" y="74899"/>
                  </a:cubicBezTo>
                  <a:cubicBezTo>
                    <a:pt x="2672" y="74899"/>
                    <a:pt x="2340" y="75002"/>
                    <a:pt x="2056" y="75214"/>
                  </a:cubicBezTo>
                  <a:cubicBezTo>
                    <a:pt x="1354" y="75741"/>
                    <a:pt x="1204" y="76718"/>
                    <a:pt x="1730" y="77420"/>
                  </a:cubicBezTo>
                  <a:cubicBezTo>
                    <a:pt x="3384" y="79675"/>
                    <a:pt x="6066" y="81029"/>
                    <a:pt x="8848" y="81029"/>
                  </a:cubicBezTo>
                  <a:cubicBezTo>
                    <a:pt x="13735" y="81029"/>
                    <a:pt x="17720" y="77044"/>
                    <a:pt x="17720" y="72157"/>
                  </a:cubicBezTo>
                  <a:cubicBezTo>
                    <a:pt x="17720" y="70302"/>
                    <a:pt x="17144" y="68548"/>
                    <a:pt x="16141" y="67119"/>
                  </a:cubicBezTo>
                  <a:lnTo>
                    <a:pt x="33410" y="49851"/>
                  </a:lnTo>
                  <a:cubicBezTo>
                    <a:pt x="33886" y="50202"/>
                    <a:pt x="34362" y="50527"/>
                    <a:pt x="34888" y="50803"/>
                  </a:cubicBezTo>
                  <a:cubicBezTo>
                    <a:pt x="35128" y="50927"/>
                    <a:pt x="35385" y="50986"/>
                    <a:pt x="35637" y="50986"/>
                  </a:cubicBezTo>
                  <a:cubicBezTo>
                    <a:pt x="36201" y="50986"/>
                    <a:pt x="36741" y="50689"/>
                    <a:pt x="37019" y="50151"/>
                  </a:cubicBezTo>
                  <a:cubicBezTo>
                    <a:pt x="37445" y="49375"/>
                    <a:pt x="37144" y="48422"/>
                    <a:pt x="36392" y="47996"/>
                  </a:cubicBezTo>
                  <a:cubicBezTo>
                    <a:pt x="33710" y="46567"/>
                    <a:pt x="32031" y="43786"/>
                    <a:pt x="32031" y="40753"/>
                  </a:cubicBezTo>
                  <a:cubicBezTo>
                    <a:pt x="32031" y="36217"/>
                    <a:pt x="35740" y="32532"/>
                    <a:pt x="40277" y="32532"/>
                  </a:cubicBezTo>
                  <a:cubicBezTo>
                    <a:pt x="44813" y="32532"/>
                    <a:pt x="48497" y="36217"/>
                    <a:pt x="48497" y="40753"/>
                  </a:cubicBezTo>
                  <a:cubicBezTo>
                    <a:pt x="48497" y="43886"/>
                    <a:pt x="46768" y="46693"/>
                    <a:pt x="43961" y="48121"/>
                  </a:cubicBezTo>
                  <a:cubicBezTo>
                    <a:pt x="43184" y="48497"/>
                    <a:pt x="42858" y="49450"/>
                    <a:pt x="43259" y="50227"/>
                  </a:cubicBezTo>
                  <a:cubicBezTo>
                    <a:pt x="43535" y="50778"/>
                    <a:pt x="44086" y="51104"/>
                    <a:pt x="44663" y="51104"/>
                  </a:cubicBezTo>
                  <a:cubicBezTo>
                    <a:pt x="44913" y="51104"/>
                    <a:pt x="45139" y="51054"/>
                    <a:pt x="45365" y="50953"/>
                  </a:cubicBezTo>
                  <a:cubicBezTo>
                    <a:pt x="46116" y="50578"/>
                    <a:pt x="46793" y="50126"/>
                    <a:pt x="47395" y="49650"/>
                  </a:cubicBezTo>
                  <a:lnTo>
                    <a:pt x="58523" y="60753"/>
                  </a:lnTo>
                  <a:cubicBezTo>
                    <a:pt x="57721" y="61981"/>
                    <a:pt x="57294" y="63410"/>
                    <a:pt x="57294" y="64888"/>
                  </a:cubicBezTo>
                  <a:cubicBezTo>
                    <a:pt x="57294" y="69074"/>
                    <a:pt x="60703" y="72482"/>
                    <a:pt x="64889" y="72482"/>
                  </a:cubicBezTo>
                  <a:cubicBezTo>
                    <a:pt x="69074" y="72482"/>
                    <a:pt x="72483" y="69074"/>
                    <a:pt x="72483" y="64888"/>
                  </a:cubicBezTo>
                  <a:cubicBezTo>
                    <a:pt x="72483" y="60703"/>
                    <a:pt x="69074" y="57294"/>
                    <a:pt x="64889" y="57294"/>
                  </a:cubicBezTo>
                  <a:cubicBezTo>
                    <a:pt x="63410" y="57294"/>
                    <a:pt x="61981" y="57720"/>
                    <a:pt x="60753" y="58522"/>
                  </a:cubicBezTo>
                  <a:lnTo>
                    <a:pt x="49575" y="47344"/>
                  </a:lnTo>
                  <a:cubicBezTo>
                    <a:pt x="50929" y="45465"/>
                    <a:pt x="51655" y="43159"/>
                    <a:pt x="51655" y="40753"/>
                  </a:cubicBezTo>
                  <a:cubicBezTo>
                    <a:pt x="51655" y="39174"/>
                    <a:pt x="51330" y="37670"/>
                    <a:pt x="50753" y="36292"/>
                  </a:cubicBezTo>
                  <a:lnTo>
                    <a:pt x="56066" y="33134"/>
                  </a:lnTo>
                  <a:cubicBezTo>
                    <a:pt x="56091" y="33159"/>
                    <a:pt x="56117" y="33184"/>
                    <a:pt x="56117" y="33184"/>
                  </a:cubicBezTo>
                  <a:cubicBezTo>
                    <a:pt x="57370" y="34437"/>
                    <a:pt x="59049" y="35139"/>
                    <a:pt x="60828" y="35139"/>
                  </a:cubicBezTo>
                  <a:cubicBezTo>
                    <a:pt x="64488" y="35139"/>
                    <a:pt x="67470" y="32156"/>
                    <a:pt x="67470" y="28497"/>
                  </a:cubicBezTo>
                  <a:cubicBezTo>
                    <a:pt x="67470" y="24813"/>
                    <a:pt x="64488" y="21856"/>
                    <a:pt x="60828" y="21856"/>
                  </a:cubicBezTo>
                  <a:cubicBezTo>
                    <a:pt x="59049" y="21856"/>
                    <a:pt x="57370" y="22532"/>
                    <a:pt x="56117" y="23785"/>
                  </a:cubicBezTo>
                  <a:cubicBezTo>
                    <a:pt x="54863" y="25039"/>
                    <a:pt x="54187" y="26718"/>
                    <a:pt x="54187" y="28497"/>
                  </a:cubicBezTo>
                  <a:cubicBezTo>
                    <a:pt x="54187" y="29149"/>
                    <a:pt x="54262" y="29800"/>
                    <a:pt x="54462" y="30427"/>
                  </a:cubicBezTo>
                  <a:lnTo>
                    <a:pt x="49124" y="33585"/>
                  </a:lnTo>
                  <a:cubicBezTo>
                    <a:pt x="47395" y="31455"/>
                    <a:pt x="44913" y="29951"/>
                    <a:pt x="42106" y="29500"/>
                  </a:cubicBezTo>
                  <a:lnTo>
                    <a:pt x="42106" y="17570"/>
                  </a:lnTo>
                  <a:cubicBezTo>
                    <a:pt x="46267" y="16818"/>
                    <a:pt x="49425" y="13209"/>
                    <a:pt x="49425" y="8848"/>
                  </a:cubicBezTo>
                  <a:cubicBezTo>
                    <a:pt x="49425" y="3961"/>
                    <a:pt x="45440" y="1"/>
                    <a:pt x="40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 advTm="20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p54"/>
          <p:cNvSpPr txBox="1">
            <a:spLocks noGrp="1"/>
          </p:cNvSpPr>
          <p:nvPr>
            <p:ph type="title"/>
          </p:nvPr>
        </p:nvSpPr>
        <p:spPr>
          <a:xfrm>
            <a:off x="-318411" y="990685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Requisitos</a:t>
            </a:r>
            <a:endParaRPr dirty="0"/>
          </a:p>
        </p:txBody>
      </p:sp>
      <p:grpSp>
        <p:nvGrpSpPr>
          <p:cNvPr id="4188" name="Google Shape;4188;p54"/>
          <p:cNvGrpSpPr/>
          <p:nvPr/>
        </p:nvGrpSpPr>
        <p:grpSpPr>
          <a:xfrm>
            <a:off x="3279913" y="586410"/>
            <a:ext cx="5667853" cy="3625372"/>
            <a:chOff x="720010" y="1419647"/>
            <a:chExt cx="4021500" cy="3062887"/>
          </a:xfrm>
        </p:grpSpPr>
        <p:sp>
          <p:nvSpPr>
            <p:cNvPr id="4189" name="Google Shape;4189;p54"/>
            <p:cNvSpPr/>
            <p:nvPr/>
          </p:nvSpPr>
          <p:spPr>
            <a:xfrm>
              <a:off x="720010" y="1419647"/>
              <a:ext cx="4021500" cy="2544300"/>
            </a:xfrm>
            <a:prstGeom prst="roundRect">
              <a:avLst>
                <a:gd name="adj" fmla="val 3857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54"/>
            <p:cNvSpPr/>
            <p:nvPr/>
          </p:nvSpPr>
          <p:spPr>
            <a:xfrm>
              <a:off x="747353" y="1447364"/>
              <a:ext cx="3966900" cy="2488800"/>
            </a:xfrm>
            <a:prstGeom prst="roundRect">
              <a:avLst>
                <a:gd name="adj" fmla="val 3282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54"/>
            <p:cNvSpPr/>
            <p:nvPr/>
          </p:nvSpPr>
          <p:spPr>
            <a:xfrm>
              <a:off x="858158" y="1548119"/>
              <a:ext cx="3748500" cy="22857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54"/>
            <p:cNvSpPr/>
            <p:nvPr/>
          </p:nvSpPr>
          <p:spPr>
            <a:xfrm>
              <a:off x="2042408" y="3963886"/>
              <a:ext cx="1373274" cy="518648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193" name="Google Shape;4193;p54"/>
            <p:cNvCxnSpPr/>
            <p:nvPr/>
          </p:nvCxnSpPr>
          <p:spPr>
            <a:xfrm>
              <a:off x="2057250" y="4433452"/>
              <a:ext cx="1353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19F18526-D1E9-4D05-B38F-40464A04E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11" y="2376608"/>
            <a:ext cx="3081900" cy="9891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Transparencia de datos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Información de interés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Fecha de vacunación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02B9E3-7A23-48DD-92FE-9267966D5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299" y="752629"/>
            <a:ext cx="5290977" cy="269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p54"/>
          <p:cNvSpPr txBox="1">
            <a:spLocks noGrp="1"/>
          </p:cNvSpPr>
          <p:nvPr>
            <p:ph type="title"/>
          </p:nvPr>
        </p:nvSpPr>
        <p:spPr>
          <a:xfrm>
            <a:off x="-318411" y="990685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Requisitos</a:t>
            </a:r>
            <a:endParaRPr dirty="0"/>
          </a:p>
        </p:txBody>
      </p:sp>
      <p:grpSp>
        <p:nvGrpSpPr>
          <p:cNvPr id="4188" name="Google Shape;4188;p54"/>
          <p:cNvGrpSpPr/>
          <p:nvPr/>
        </p:nvGrpSpPr>
        <p:grpSpPr>
          <a:xfrm>
            <a:off x="3670043" y="834888"/>
            <a:ext cx="5277723" cy="3383821"/>
            <a:chOff x="720010" y="1419647"/>
            <a:chExt cx="4021500" cy="3062887"/>
          </a:xfrm>
        </p:grpSpPr>
        <p:sp>
          <p:nvSpPr>
            <p:cNvPr id="4189" name="Google Shape;4189;p54"/>
            <p:cNvSpPr/>
            <p:nvPr/>
          </p:nvSpPr>
          <p:spPr>
            <a:xfrm>
              <a:off x="720010" y="1419647"/>
              <a:ext cx="4021500" cy="2544300"/>
            </a:xfrm>
            <a:prstGeom prst="roundRect">
              <a:avLst>
                <a:gd name="adj" fmla="val 3857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54"/>
            <p:cNvSpPr/>
            <p:nvPr/>
          </p:nvSpPr>
          <p:spPr>
            <a:xfrm>
              <a:off x="747353" y="1447364"/>
              <a:ext cx="3966900" cy="2488800"/>
            </a:xfrm>
            <a:prstGeom prst="roundRect">
              <a:avLst>
                <a:gd name="adj" fmla="val 3282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54"/>
            <p:cNvSpPr/>
            <p:nvPr/>
          </p:nvSpPr>
          <p:spPr>
            <a:xfrm>
              <a:off x="858158" y="1548119"/>
              <a:ext cx="3748500" cy="22857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54"/>
            <p:cNvSpPr/>
            <p:nvPr/>
          </p:nvSpPr>
          <p:spPr>
            <a:xfrm>
              <a:off x="2042408" y="3963886"/>
              <a:ext cx="1373274" cy="518648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193" name="Google Shape;4193;p54"/>
            <p:cNvCxnSpPr/>
            <p:nvPr/>
          </p:nvCxnSpPr>
          <p:spPr>
            <a:xfrm>
              <a:off x="2057250" y="4433452"/>
              <a:ext cx="1353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19F18526-D1E9-4D05-B38F-40464A04E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11" y="2376608"/>
            <a:ext cx="3081900" cy="9891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Información contrastada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Castellano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/>
              <a:t>Información provincial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EC5942-968E-497C-9F3B-67371E3DB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108" y="990685"/>
            <a:ext cx="4912681" cy="249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786732"/>
      </p:ext>
    </p:extLst>
  </p:cSld>
  <p:clrMapOvr>
    <a:masterClrMapping/>
  </p:clrMapOvr>
  <p:transition spd="slow" advTm="20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p52"/>
          <p:cNvSpPr txBox="1">
            <a:spLocks noGrp="1"/>
          </p:cNvSpPr>
          <p:nvPr>
            <p:ph type="title"/>
          </p:nvPr>
        </p:nvSpPr>
        <p:spPr>
          <a:xfrm>
            <a:off x="-144379" y="-427354"/>
            <a:ext cx="3593061" cy="25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PLANIFICACIÓN</a:t>
            </a:r>
            <a:endParaRPr dirty="0"/>
          </a:p>
        </p:txBody>
      </p:sp>
      <p:sp>
        <p:nvSpPr>
          <p:cNvPr id="4171" name="Google Shape;4171;p52"/>
          <p:cNvSpPr txBox="1">
            <a:spLocks noGrp="1"/>
          </p:cNvSpPr>
          <p:nvPr>
            <p:ph type="subTitle" idx="1"/>
          </p:nvPr>
        </p:nvSpPr>
        <p:spPr>
          <a:xfrm>
            <a:off x="392694" y="1412324"/>
            <a:ext cx="3340200" cy="98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SCRUM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Trello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Diagramas de Gantt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06D069-04AC-40C3-B444-7EDAA70AD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061" y="1010653"/>
            <a:ext cx="5406560" cy="3519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622068"/>
      </p:ext>
    </p:extLst>
  </p:cSld>
  <p:clrMapOvr>
    <a:masterClrMapping/>
  </p:clrMapOvr>
  <p:transition spd="slow" advTm="20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p39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ARQUITECTURA</a:t>
            </a:r>
            <a:endParaRPr dirty="0"/>
          </a:p>
        </p:txBody>
      </p:sp>
      <p:sp>
        <p:nvSpPr>
          <p:cNvPr id="3468" name="Google Shape;3468;p39"/>
          <p:cNvSpPr txBox="1">
            <a:spLocks noGrp="1"/>
          </p:cNvSpPr>
          <p:nvPr>
            <p:ph type="subTitle" idx="1"/>
          </p:nvPr>
        </p:nvSpPr>
        <p:spPr>
          <a:xfrm>
            <a:off x="643600" y="2262513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</a:t>
            </a:r>
            <a:endParaRPr dirty="0"/>
          </a:p>
        </p:txBody>
      </p:sp>
      <p:sp>
        <p:nvSpPr>
          <p:cNvPr id="3470" name="Google Shape;3470;p39"/>
          <p:cNvSpPr txBox="1">
            <a:spLocks noGrp="1"/>
          </p:cNvSpPr>
          <p:nvPr>
            <p:ph type="subTitle" idx="3"/>
          </p:nvPr>
        </p:nvSpPr>
        <p:spPr>
          <a:xfrm>
            <a:off x="3473261" y="2234669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VISTA</a:t>
            </a:r>
            <a:endParaRPr dirty="0"/>
          </a:p>
        </p:txBody>
      </p:sp>
      <p:sp>
        <p:nvSpPr>
          <p:cNvPr id="3472" name="Google Shape;3472;p39"/>
          <p:cNvSpPr txBox="1">
            <a:spLocks noGrp="1"/>
          </p:cNvSpPr>
          <p:nvPr>
            <p:ph type="subTitle" idx="5"/>
          </p:nvPr>
        </p:nvSpPr>
        <p:spPr>
          <a:xfrm>
            <a:off x="6449987" y="2235774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CONTROLADOR</a:t>
            </a:r>
            <a:endParaRPr dirty="0"/>
          </a:p>
        </p:txBody>
      </p:sp>
      <p:sp>
        <p:nvSpPr>
          <p:cNvPr id="3474" name="Google Shape;3474;p39"/>
          <p:cNvSpPr/>
          <p:nvPr/>
        </p:nvSpPr>
        <p:spPr>
          <a:xfrm>
            <a:off x="1322437" y="1379788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5" name="Google Shape;3475;p39"/>
          <p:cNvSpPr/>
          <p:nvPr/>
        </p:nvSpPr>
        <p:spPr>
          <a:xfrm>
            <a:off x="4067112" y="1337963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6" name="Google Shape;3476;p39"/>
          <p:cNvSpPr/>
          <p:nvPr/>
        </p:nvSpPr>
        <p:spPr>
          <a:xfrm>
            <a:off x="7019550" y="1302299"/>
            <a:ext cx="810600" cy="8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7" name="Google Shape;3477;p39"/>
          <p:cNvGrpSpPr/>
          <p:nvPr/>
        </p:nvGrpSpPr>
        <p:grpSpPr>
          <a:xfrm>
            <a:off x="4207224" y="1461275"/>
            <a:ext cx="530375" cy="1030488"/>
            <a:chOff x="1048036" y="3365987"/>
            <a:chExt cx="530375" cy="1030488"/>
          </a:xfrm>
        </p:grpSpPr>
        <p:sp>
          <p:nvSpPr>
            <p:cNvPr id="3478" name="Google Shape;3478;p39"/>
            <p:cNvSpPr/>
            <p:nvPr/>
          </p:nvSpPr>
          <p:spPr>
            <a:xfrm>
              <a:off x="1048036" y="3365987"/>
              <a:ext cx="530375" cy="528275"/>
            </a:xfrm>
            <a:custGeom>
              <a:avLst/>
              <a:gdLst/>
              <a:ahLst/>
              <a:cxnLst/>
              <a:rect l="l" t="t" r="r" b="b"/>
              <a:pathLst>
                <a:path w="21215" h="21131" extrusionOk="0">
                  <a:moveTo>
                    <a:pt x="11315" y="6901"/>
                  </a:moveTo>
                  <a:cubicBezTo>
                    <a:pt x="12126" y="6901"/>
                    <a:pt x="12991" y="7019"/>
                    <a:pt x="13881" y="7160"/>
                  </a:cubicBezTo>
                  <a:cubicBezTo>
                    <a:pt x="14060" y="8159"/>
                    <a:pt x="14220" y="9132"/>
                    <a:pt x="14220" y="10041"/>
                  </a:cubicBezTo>
                  <a:lnTo>
                    <a:pt x="12704" y="8525"/>
                  </a:lnTo>
                  <a:cubicBezTo>
                    <a:pt x="12623" y="8445"/>
                    <a:pt x="12518" y="8404"/>
                    <a:pt x="12414" y="8404"/>
                  </a:cubicBezTo>
                  <a:cubicBezTo>
                    <a:pt x="12309" y="8404"/>
                    <a:pt x="12204" y="8445"/>
                    <a:pt x="12124" y="8525"/>
                  </a:cubicBezTo>
                  <a:cubicBezTo>
                    <a:pt x="11963" y="8685"/>
                    <a:pt x="11963" y="8944"/>
                    <a:pt x="12124" y="9105"/>
                  </a:cubicBezTo>
                  <a:lnTo>
                    <a:pt x="14131" y="11112"/>
                  </a:lnTo>
                  <a:cubicBezTo>
                    <a:pt x="14024" y="11719"/>
                    <a:pt x="13792" y="12272"/>
                    <a:pt x="13399" y="12771"/>
                  </a:cubicBezTo>
                  <a:lnTo>
                    <a:pt x="8404" y="7776"/>
                  </a:lnTo>
                  <a:cubicBezTo>
                    <a:pt x="9228" y="7115"/>
                    <a:pt x="10222" y="6901"/>
                    <a:pt x="11315" y="6901"/>
                  </a:cubicBezTo>
                  <a:close/>
                  <a:moveTo>
                    <a:pt x="7815" y="8355"/>
                  </a:moveTo>
                  <a:lnTo>
                    <a:pt x="12820" y="13360"/>
                  </a:lnTo>
                  <a:cubicBezTo>
                    <a:pt x="12000" y="14017"/>
                    <a:pt x="11013" y="14229"/>
                    <a:pt x="9928" y="14229"/>
                  </a:cubicBezTo>
                  <a:cubicBezTo>
                    <a:pt x="9111" y="14229"/>
                    <a:pt x="8239" y="14108"/>
                    <a:pt x="7342" y="13967"/>
                  </a:cubicBezTo>
                  <a:cubicBezTo>
                    <a:pt x="7164" y="12968"/>
                    <a:pt x="6994" y="11995"/>
                    <a:pt x="6994" y="11094"/>
                  </a:cubicBezTo>
                  <a:lnTo>
                    <a:pt x="6994" y="11094"/>
                  </a:lnTo>
                  <a:lnTo>
                    <a:pt x="8537" y="12637"/>
                  </a:lnTo>
                  <a:cubicBezTo>
                    <a:pt x="8618" y="12718"/>
                    <a:pt x="8725" y="12753"/>
                    <a:pt x="8832" y="12753"/>
                  </a:cubicBezTo>
                  <a:cubicBezTo>
                    <a:pt x="8939" y="12753"/>
                    <a:pt x="9046" y="12718"/>
                    <a:pt x="9126" y="12637"/>
                  </a:cubicBezTo>
                  <a:cubicBezTo>
                    <a:pt x="9287" y="12477"/>
                    <a:pt x="9287" y="12209"/>
                    <a:pt x="9126" y="12049"/>
                  </a:cubicBezTo>
                  <a:lnTo>
                    <a:pt x="7083" y="10015"/>
                  </a:lnTo>
                  <a:cubicBezTo>
                    <a:pt x="7199" y="9417"/>
                    <a:pt x="7422" y="8855"/>
                    <a:pt x="7815" y="8355"/>
                  </a:cubicBezTo>
                  <a:close/>
                  <a:moveTo>
                    <a:pt x="15148" y="1"/>
                  </a:moveTo>
                  <a:cubicBezTo>
                    <a:pt x="15041" y="1"/>
                    <a:pt x="14934" y="41"/>
                    <a:pt x="14854" y="121"/>
                  </a:cubicBezTo>
                  <a:lnTo>
                    <a:pt x="14845" y="130"/>
                  </a:lnTo>
                  <a:cubicBezTo>
                    <a:pt x="13150" y="1825"/>
                    <a:pt x="13355" y="4064"/>
                    <a:pt x="13730" y="6304"/>
                  </a:cubicBezTo>
                  <a:cubicBezTo>
                    <a:pt x="12910" y="6178"/>
                    <a:pt x="12092" y="6077"/>
                    <a:pt x="11302" y="6077"/>
                  </a:cubicBezTo>
                  <a:cubicBezTo>
                    <a:pt x="9899" y="6077"/>
                    <a:pt x="8585" y="6396"/>
                    <a:pt x="7512" y="7463"/>
                  </a:cubicBezTo>
                  <a:cubicBezTo>
                    <a:pt x="5781" y="9194"/>
                    <a:pt x="6075" y="11531"/>
                    <a:pt x="6477" y="13833"/>
                  </a:cubicBezTo>
                  <a:cubicBezTo>
                    <a:pt x="5536" y="13681"/>
                    <a:pt x="4589" y="13544"/>
                    <a:pt x="3687" y="13544"/>
                  </a:cubicBezTo>
                  <a:cubicBezTo>
                    <a:pt x="2364" y="13544"/>
                    <a:pt x="1136" y="13839"/>
                    <a:pt x="161" y="14814"/>
                  </a:cubicBezTo>
                  <a:cubicBezTo>
                    <a:pt x="0" y="14975"/>
                    <a:pt x="0" y="15233"/>
                    <a:pt x="161" y="15394"/>
                  </a:cubicBezTo>
                  <a:cubicBezTo>
                    <a:pt x="241" y="15474"/>
                    <a:pt x="348" y="15519"/>
                    <a:pt x="455" y="15519"/>
                  </a:cubicBezTo>
                  <a:cubicBezTo>
                    <a:pt x="562" y="15519"/>
                    <a:pt x="669" y="15474"/>
                    <a:pt x="749" y="15394"/>
                  </a:cubicBezTo>
                  <a:cubicBezTo>
                    <a:pt x="1418" y="14725"/>
                    <a:pt x="2266" y="14448"/>
                    <a:pt x="3221" y="14386"/>
                  </a:cubicBezTo>
                  <a:lnTo>
                    <a:pt x="5781" y="16946"/>
                  </a:lnTo>
                  <a:cubicBezTo>
                    <a:pt x="5861" y="17027"/>
                    <a:pt x="5968" y="17062"/>
                    <a:pt x="6066" y="17062"/>
                  </a:cubicBezTo>
                  <a:cubicBezTo>
                    <a:pt x="6173" y="17062"/>
                    <a:pt x="6280" y="17027"/>
                    <a:pt x="6361" y="16946"/>
                  </a:cubicBezTo>
                  <a:cubicBezTo>
                    <a:pt x="6521" y="16777"/>
                    <a:pt x="6521" y="16518"/>
                    <a:pt x="6361" y="16358"/>
                  </a:cubicBezTo>
                  <a:lnTo>
                    <a:pt x="4398" y="14395"/>
                  </a:lnTo>
                  <a:lnTo>
                    <a:pt x="4398" y="14395"/>
                  </a:lnTo>
                  <a:cubicBezTo>
                    <a:pt x="5112" y="14448"/>
                    <a:pt x="5861" y="14573"/>
                    <a:pt x="6628" y="14689"/>
                  </a:cubicBezTo>
                  <a:cubicBezTo>
                    <a:pt x="6941" y="16500"/>
                    <a:pt x="7164" y="18204"/>
                    <a:pt x="6423" y="19578"/>
                  </a:cubicBezTo>
                  <a:lnTo>
                    <a:pt x="2980" y="16135"/>
                  </a:lnTo>
                  <a:cubicBezTo>
                    <a:pt x="2899" y="16054"/>
                    <a:pt x="2792" y="16014"/>
                    <a:pt x="2685" y="16014"/>
                  </a:cubicBezTo>
                  <a:cubicBezTo>
                    <a:pt x="2578" y="16014"/>
                    <a:pt x="2471" y="16054"/>
                    <a:pt x="2391" y="16135"/>
                  </a:cubicBezTo>
                  <a:cubicBezTo>
                    <a:pt x="2230" y="16295"/>
                    <a:pt x="2230" y="16554"/>
                    <a:pt x="2391" y="16714"/>
                  </a:cubicBezTo>
                  <a:lnTo>
                    <a:pt x="5933" y="20256"/>
                  </a:lnTo>
                  <a:cubicBezTo>
                    <a:pt x="5888" y="20318"/>
                    <a:pt x="5834" y="20372"/>
                    <a:pt x="5781" y="20417"/>
                  </a:cubicBezTo>
                  <a:lnTo>
                    <a:pt x="5781" y="20426"/>
                  </a:lnTo>
                  <a:cubicBezTo>
                    <a:pt x="5620" y="20586"/>
                    <a:pt x="5620" y="20854"/>
                    <a:pt x="5781" y="21014"/>
                  </a:cubicBezTo>
                  <a:cubicBezTo>
                    <a:pt x="5861" y="21095"/>
                    <a:pt x="5968" y="21130"/>
                    <a:pt x="6066" y="21130"/>
                  </a:cubicBezTo>
                  <a:cubicBezTo>
                    <a:pt x="6173" y="21130"/>
                    <a:pt x="6280" y="21095"/>
                    <a:pt x="6361" y="21014"/>
                  </a:cubicBezTo>
                  <a:lnTo>
                    <a:pt x="6370" y="21005"/>
                  </a:lnTo>
                  <a:cubicBezTo>
                    <a:pt x="8065" y="19310"/>
                    <a:pt x="7859" y="17062"/>
                    <a:pt x="7485" y="14832"/>
                  </a:cubicBezTo>
                  <a:lnTo>
                    <a:pt x="7485" y="14832"/>
                  </a:lnTo>
                  <a:cubicBezTo>
                    <a:pt x="8304" y="14957"/>
                    <a:pt x="9124" y="15058"/>
                    <a:pt x="9915" y="15058"/>
                  </a:cubicBezTo>
                  <a:cubicBezTo>
                    <a:pt x="11320" y="15058"/>
                    <a:pt x="12635" y="14740"/>
                    <a:pt x="13703" y="13672"/>
                  </a:cubicBezTo>
                  <a:cubicBezTo>
                    <a:pt x="15433" y="11942"/>
                    <a:pt x="15139" y="9604"/>
                    <a:pt x="14747" y="7303"/>
                  </a:cubicBezTo>
                  <a:lnTo>
                    <a:pt x="14747" y="7303"/>
                  </a:lnTo>
                  <a:cubicBezTo>
                    <a:pt x="15685" y="7451"/>
                    <a:pt x="16631" y="7588"/>
                    <a:pt x="17534" y="7588"/>
                  </a:cubicBezTo>
                  <a:cubicBezTo>
                    <a:pt x="18853" y="7588"/>
                    <a:pt x="20079" y="7296"/>
                    <a:pt x="21054" y="6321"/>
                  </a:cubicBezTo>
                  <a:cubicBezTo>
                    <a:pt x="21214" y="6161"/>
                    <a:pt x="21214" y="5893"/>
                    <a:pt x="21054" y="5733"/>
                  </a:cubicBezTo>
                  <a:cubicBezTo>
                    <a:pt x="20973" y="5652"/>
                    <a:pt x="20869" y="5612"/>
                    <a:pt x="20764" y="5612"/>
                  </a:cubicBezTo>
                  <a:cubicBezTo>
                    <a:pt x="20659" y="5612"/>
                    <a:pt x="20554" y="5652"/>
                    <a:pt x="20474" y="5733"/>
                  </a:cubicBezTo>
                  <a:cubicBezTo>
                    <a:pt x="20411" y="5795"/>
                    <a:pt x="20358" y="5849"/>
                    <a:pt x="20295" y="5893"/>
                  </a:cubicBezTo>
                  <a:lnTo>
                    <a:pt x="17146" y="2744"/>
                  </a:lnTo>
                  <a:cubicBezTo>
                    <a:pt x="17062" y="2659"/>
                    <a:pt x="16954" y="2617"/>
                    <a:pt x="16849" y="2617"/>
                  </a:cubicBezTo>
                  <a:cubicBezTo>
                    <a:pt x="16743" y="2617"/>
                    <a:pt x="16638" y="2659"/>
                    <a:pt x="16557" y="2744"/>
                  </a:cubicBezTo>
                  <a:cubicBezTo>
                    <a:pt x="16397" y="2905"/>
                    <a:pt x="16397" y="3163"/>
                    <a:pt x="16557" y="3324"/>
                  </a:cubicBezTo>
                  <a:lnTo>
                    <a:pt x="19591" y="6357"/>
                  </a:lnTo>
                  <a:cubicBezTo>
                    <a:pt x="18979" y="6655"/>
                    <a:pt x="18281" y="6762"/>
                    <a:pt x="17529" y="6762"/>
                  </a:cubicBezTo>
                  <a:cubicBezTo>
                    <a:pt x="16614" y="6762"/>
                    <a:pt x="15618" y="6604"/>
                    <a:pt x="14595" y="6437"/>
                  </a:cubicBezTo>
                  <a:cubicBezTo>
                    <a:pt x="14461" y="5679"/>
                    <a:pt x="14345" y="4939"/>
                    <a:pt x="14309" y="4234"/>
                  </a:cubicBezTo>
                  <a:lnTo>
                    <a:pt x="14309" y="4234"/>
                  </a:lnTo>
                  <a:lnTo>
                    <a:pt x="16022" y="5947"/>
                  </a:lnTo>
                  <a:cubicBezTo>
                    <a:pt x="16103" y="6027"/>
                    <a:pt x="16210" y="6072"/>
                    <a:pt x="16317" y="6072"/>
                  </a:cubicBezTo>
                  <a:cubicBezTo>
                    <a:pt x="16424" y="6072"/>
                    <a:pt x="16531" y="6027"/>
                    <a:pt x="16611" y="5947"/>
                  </a:cubicBezTo>
                  <a:cubicBezTo>
                    <a:pt x="16772" y="5786"/>
                    <a:pt x="16772" y="5527"/>
                    <a:pt x="16611" y="5367"/>
                  </a:cubicBezTo>
                  <a:lnTo>
                    <a:pt x="14336" y="3092"/>
                  </a:lnTo>
                  <a:cubicBezTo>
                    <a:pt x="14434" y="2200"/>
                    <a:pt x="14747" y="1397"/>
                    <a:pt x="15433" y="710"/>
                  </a:cubicBezTo>
                  <a:lnTo>
                    <a:pt x="15442" y="701"/>
                  </a:lnTo>
                  <a:cubicBezTo>
                    <a:pt x="15603" y="541"/>
                    <a:pt x="15603" y="282"/>
                    <a:pt x="15442" y="121"/>
                  </a:cubicBezTo>
                  <a:cubicBezTo>
                    <a:pt x="15362" y="41"/>
                    <a:pt x="15255" y="1"/>
                    <a:pt x="151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9"/>
            <p:cNvSpPr/>
            <p:nvPr/>
          </p:nvSpPr>
          <p:spPr>
            <a:xfrm>
              <a:off x="1381350" y="4375825"/>
              <a:ext cx="22775" cy="20650"/>
            </a:xfrm>
            <a:custGeom>
              <a:avLst/>
              <a:gdLst/>
              <a:ahLst/>
              <a:cxnLst/>
              <a:rect l="l" t="t" r="r" b="b"/>
              <a:pathLst>
                <a:path w="911" h="826" extrusionOk="0">
                  <a:moveTo>
                    <a:pt x="451" y="1"/>
                  </a:moveTo>
                  <a:cubicBezTo>
                    <a:pt x="346" y="1"/>
                    <a:pt x="241" y="41"/>
                    <a:pt x="161" y="121"/>
                  </a:cubicBezTo>
                  <a:cubicBezTo>
                    <a:pt x="0" y="282"/>
                    <a:pt x="0" y="540"/>
                    <a:pt x="161" y="701"/>
                  </a:cubicBezTo>
                  <a:cubicBezTo>
                    <a:pt x="241" y="790"/>
                    <a:pt x="348" y="826"/>
                    <a:pt x="455" y="826"/>
                  </a:cubicBezTo>
                  <a:cubicBezTo>
                    <a:pt x="562" y="826"/>
                    <a:pt x="660" y="790"/>
                    <a:pt x="741" y="701"/>
                  </a:cubicBezTo>
                  <a:cubicBezTo>
                    <a:pt x="910" y="540"/>
                    <a:pt x="910" y="282"/>
                    <a:pt x="741" y="121"/>
                  </a:cubicBezTo>
                  <a:cubicBezTo>
                    <a:pt x="660" y="41"/>
                    <a:pt x="556" y="1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0" name="Google Shape;3480;p39"/>
            <p:cNvSpPr/>
            <p:nvPr/>
          </p:nvSpPr>
          <p:spPr>
            <a:xfrm>
              <a:off x="1422375" y="4239125"/>
              <a:ext cx="22775" cy="20650"/>
            </a:xfrm>
            <a:custGeom>
              <a:avLst/>
              <a:gdLst/>
              <a:ahLst/>
              <a:cxnLst/>
              <a:rect l="l" t="t" r="r" b="b"/>
              <a:pathLst>
                <a:path w="911" h="826" extrusionOk="0">
                  <a:moveTo>
                    <a:pt x="456" y="0"/>
                  </a:moveTo>
                  <a:cubicBezTo>
                    <a:pt x="349" y="0"/>
                    <a:pt x="242" y="40"/>
                    <a:pt x="161" y="121"/>
                  </a:cubicBezTo>
                  <a:cubicBezTo>
                    <a:pt x="1" y="281"/>
                    <a:pt x="1" y="540"/>
                    <a:pt x="161" y="700"/>
                  </a:cubicBezTo>
                  <a:lnTo>
                    <a:pt x="170" y="709"/>
                  </a:lnTo>
                  <a:cubicBezTo>
                    <a:pt x="251" y="790"/>
                    <a:pt x="358" y="825"/>
                    <a:pt x="456" y="825"/>
                  </a:cubicBezTo>
                  <a:cubicBezTo>
                    <a:pt x="563" y="825"/>
                    <a:pt x="670" y="790"/>
                    <a:pt x="750" y="709"/>
                  </a:cubicBezTo>
                  <a:cubicBezTo>
                    <a:pt x="911" y="549"/>
                    <a:pt x="911" y="281"/>
                    <a:pt x="750" y="121"/>
                  </a:cubicBezTo>
                  <a:cubicBezTo>
                    <a:pt x="670" y="40"/>
                    <a:pt x="563" y="0"/>
                    <a:pt x="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1" name="Google Shape;3481;p39"/>
          <p:cNvGrpSpPr/>
          <p:nvPr/>
        </p:nvGrpSpPr>
        <p:grpSpPr>
          <a:xfrm>
            <a:off x="7184637" y="1512678"/>
            <a:ext cx="480425" cy="528375"/>
            <a:chOff x="554150" y="4083550"/>
            <a:chExt cx="480425" cy="528375"/>
          </a:xfrm>
        </p:grpSpPr>
        <p:sp>
          <p:nvSpPr>
            <p:cNvPr id="3482" name="Google Shape;3482;p39"/>
            <p:cNvSpPr/>
            <p:nvPr/>
          </p:nvSpPr>
          <p:spPr>
            <a:xfrm>
              <a:off x="597850" y="4525825"/>
              <a:ext cx="39050" cy="71600"/>
            </a:xfrm>
            <a:custGeom>
              <a:avLst/>
              <a:gdLst/>
              <a:ahLst/>
              <a:cxnLst/>
              <a:rect l="l" t="t" r="r" b="b"/>
              <a:pathLst>
                <a:path w="1562" h="2864" extrusionOk="0">
                  <a:moveTo>
                    <a:pt x="786" y="0"/>
                  </a:moveTo>
                  <a:cubicBezTo>
                    <a:pt x="402" y="366"/>
                    <a:pt x="1" y="919"/>
                    <a:pt x="1" y="1543"/>
                  </a:cubicBezTo>
                  <a:cubicBezTo>
                    <a:pt x="1" y="2114"/>
                    <a:pt x="322" y="2614"/>
                    <a:pt x="786" y="2864"/>
                  </a:cubicBezTo>
                  <a:cubicBezTo>
                    <a:pt x="1250" y="2614"/>
                    <a:pt x="1562" y="2114"/>
                    <a:pt x="1562" y="1543"/>
                  </a:cubicBezTo>
                  <a:cubicBezTo>
                    <a:pt x="1562" y="919"/>
                    <a:pt x="1169" y="366"/>
                    <a:pt x="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9"/>
            <p:cNvSpPr/>
            <p:nvPr/>
          </p:nvSpPr>
          <p:spPr>
            <a:xfrm>
              <a:off x="865475" y="4128200"/>
              <a:ext cx="157500" cy="152075"/>
            </a:xfrm>
            <a:custGeom>
              <a:avLst/>
              <a:gdLst/>
              <a:ahLst/>
              <a:cxnLst/>
              <a:rect l="l" t="t" r="r" b="b"/>
              <a:pathLst>
                <a:path w="6300" h="6083" extrusionOk="0">
                  <a:moveTo>
                    <a:pt x="4625" y="1"/>
                  </a:moveTo>
                  <a:cubicBezTo>
                    <a:pt x="3890" y="1"/>
                    <a:pt x="3152" y="283"/>
                    <a:pt x="2588" y="846"/>
                  </a:cubicBezTo>
                  <a:lnTo>
                    <a:pt x="1" y="3433"/>
                  </a:lnTo>
                  <a:lnTo>
                    <a:pt x="2650" y="6083"/>
                  </a:lnTo>
                  <a:lnTo>
                    <a:pt x="5229" y="3496"/>
                  </a:lnTo>
                  <a:cubicBezTo>
                    <a:pt x="6103" y="2622"/>
                    <a:pt x="6299" y="1328"/>
                    <a:pt x="5809" y="258"/>
                  </a:cubicBezTo>
                  <a:cubicBezTo>
                    <a:pt x="5435" y="86"/>
                    <a:pt x="5030" y="1"/>
                    <a:pt x="4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9"/>
            <p:cNvSpPr/>
            <p:nvPr/>
          </p:nvSpPr>
          <p:spPr>
            <a:xfrm>
              <a:off x="673900" y="4262650"/>
              <a:ext cx="207000" cy="204350"/>
            </a:xfrm>
            <a:custGeom>
              <a:avLst/>
              <a:gdLst/>
              <a:ahLst/>
              <a:cxnLst/>
              <a:rect l="l" t="t" r="r" b="b"/>
              <a:pathLst>
                <a:path w="8280" h="8174" extrusionOk="0">
                  <a:moveTo>
                    <a:pt x="6736" y="0"/>
                  </a:moveTo>
                  <a:lnTo>
                    <a:pt x="723" y="6031"/>
                  </a:lnTo>
                  <a:cubicBezTo>
                    <a:pt x="170" y="6584"/>
                    <a:pt x="1" y="7378"/>
                    <a:pt x="224" y="8083"/>
                  </a:cubicBezTo>
                  <a:cubicBezTo>
                    <a:pt x="421" y="8143"/>
                    <a:pt x="627" y="8174"/>
                    <a:pt x="832" y="8174"/>
                  </a:cubicBezTo>
                  <a:cubicBezTo>
                    <a:pt x="1351" y="8174"/>
                    <a:pt x="1871" y="7979"/>
                    <a:pt x="2267" y="7583"/>
                  </a:cubicBezTo>
                  <a:lnTo>
                    <a:pt x="8279" y="1552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9"/>
            <p:cNvSpPr/>
            <p:nvPr/>
          </p:nvSpPr>
          <p:spPr>
            <a:xfrm>
              <a:off x="818650" y="4206425"/>
              <a:ext cx="125150" cy="120525"/>
            </a:xfrm>
            <a:custGeom>
              <a:avLst/>
              <a:gdLst/>
              <a:ahLst/>
              <a:cxnLst/>
              <a:rect l="l" t="t" r="r" b="b"/>
              <a:pathLst>
                <a:path w="5006" h="4821" extrusionOk="0">
                  <a:moveTo>
                    <a:pt x="1085" y="0"/>
                  </a:moveTo>
                  <a:cubicBezTo>
                    <a:pt x="831" y="0"/>
                    <a:pt x="577" y="98"/>
                    <a:pt x="384" y="296"/>
                  </a:cubicBezTo>
                  <a:cubicBezTo>
                    <a:pt x="0" y="679"/>
                    <a:pt x="0" y="1304"/>
                    <a:pt x="384" y="1687"/>
                  </a:cubicBezTo>
                  <a:lnTo>
                    <a:pt x="3221" y="4533"/>
                  </a:lnTo>
                  <a:cubicBezTo>
                    <a:pt x="3417" y="4725"/>
                    <a:pt x="3671" y="4821"/>
                    <a:pt x="3925" y="4821"/>
                  </a:cubicBezTo>
                  <a:cubicBezTo>
                    <a:pt x="4178" y="4821"/>
                    <a:pt x="4430" y="4725"/>
                    <a:pt x="4622" y="4533"/>
                  </a:cubicBezTo>
                  <a:cubicBezTo>
                    <a:pt x="5005" y="4140"/>
                    <a:pt x="5005" y="3516"/>
                    <a:pt x="4622" y="3132"/>
                  </a:cubicBezTo>
                  <a:lnTo>
                    <a:pt x="1785" y="287"/>
                  </a:lnTo>
                  <a:cubicBezTo>
                    <a:pt x="1590" y="96"/>
                    <a:pt x="1337" y="0"/>
                    <a:pt x="10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9"/>
            <p:cNvSpPr/>
            <p:nvPr/>
          </p:nvSpPr>
          <p:spPr>
            <a:xfrm>
              <a:off x="962275" y="4125375"/>
              <a:ext cx="38600" cy="78200"/>
            </a:xfrm>
            <a:custGeom>
              <a:avLst/>
              <a:gdLst/>
              <a:ahLst/>
              <a:cxnLst/>
              <a:rect l="l" t="t" r="r" b="b"/>
              <a:pathLst>
                <a:path w="1544" h="3128" extrusionOk="0">
                  <a:moveTo>
                    <a:pt x="456" y="0"/>
                  </a:moveTo>
                  <a:cubicBezTo>
                    <a:pt x="349" y="0"/>
                    <a:pt x="242" y="41"/>
                    <a:pt x="161" y="121"/>
                  </a:cubicBezTo>
                  <a:cubicBezTo>
                    <a:pt x="1" y="281"/>
                    <a:pt x="1" y="540"/>
                    <a:pt x="161" y="710"/>
                  </a:cubicBezTo>
                  <a:cubicBezTo>
                    <a:pt x="634" y="1182"/>
                    <a:pt x="634" y="1950"/>
                    <a:pt x="161" y="2422"/>
                  </a:cubicBezTo>
                  <a:cubicBezTo>
                    <a:pt x="1" y="2583"/>
                    <a:pt x="1" y="2851"/>
                    <a:pt x="161" y="3011"/>
                  </a:cubicBezTo>
                  <a:cubicBezTo>
                    <a:pt x="242" y="3091"/>
                    <a:pt x="349" y="3127"/>
                    <a:pt x="456" y="3127"/>
                  </a:cubicBezTo>
                  <a:cubicBezTo>
                    <a:pt x="563" y="3127"/>
                    <a:pt x="670" y="3091"/>
                    <a:pt x="750" y="3011"/>
                  </a:cubicBezTo>
                  <a:cubicBezTo>
                    <a:pt x="1544" y="2208"/>
                    <a:pt x="1544" y="915"/>
                    <a:pt x="750" y="121"/>
                  </a:cubicBezTo>
                  <a:cubicBezTo>
                    <a:pt x="670" y="41"/>
                    <a:pt x="563" y="0"/>
                    <a:pt x="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9"/>
            <p:cNvSpPr/>
            <p:nvPr/>
          </p:nvSpPr>
          <p:spPr>
            <a:xfrm>
              <a:off x="937750" y="4207000"/>
              <a:ext cx="23450" cy="21100"/>
            </a:xfrm>
            <a:custGeom>
              <a:avLst/>
              <a:gdLst/>
              <a:ahLst/>
              <a:cxnLst/>
              <a:rect l="l" t="t" r="r" b="b"/>
              <a:pathLst>
                <a:path w="938" h="844" extrusionOk="0">
                  <a:moveTo>
                    <a:pt x="475" y="0"/>
                  </a:moveTo>
                  <a:cubicBezTo>
                    <a:pt x="362" y="0"/>
                    <a:pt x="250" y="45"/>
                    <a:pt x="170" y="130"/>
                  </a:cubicBezTo>
                  <a:lnTo>
                    <a:pt x="152" y="148"/>
                  </a:lnTo>
                  <a:cubicBezTo>
                    <a:pt x="0" y="317"/>
                    <a:pt x="9" y="585"/>
                    <a:pt x="179" y="736"/>
                  </a:cubicBezTo>
                  <a:cubicBezTo>
                    <a:pt x="259" y="808"/>
                    <a:pt x="357" y="843"/>
                    <a:pt x="455" y="843"/>
                  </a:cubicBezTo>
                  <a:cubicBezTo>
                    <a:pt x="571" y="843"/>
                    <a:pt x="678" y="799"/>
                    <a:pt x="759" y="710"/>
                  </a:cubicBezTo>
                  <a:lnTo>
                    <a:pt x="776" y="692"/>
                  </a:lnTo>
                  <a:cubicBezTo>
                    <a:pt x="937" y="522"/>
                    <a:pt x="919" y="264"/>
                    <a:pt x="759" y="112"/>
                  </a:cubicBezTo>
                  <a:cubicBezTo>
                    <a:pt x="679" y="36"/>
                    <a:pt x="577" y="0"/>
                    <a:pt x="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9"/>
            <p:cNvSpPr/>
            <p:nvPr/>
          </p:nvSpPr>
          <p:spPr>
            <a:xfrm>
              <a:off x="554150" y="4504400"/>
              <a:ext cx="93025" cy="107525"/>
            </a:xfrm>
            <a:custGeom>
              <a:avLst/>
              <a:gdLst/>
              <a:ahLst/>
              <a:cxnLst/>
              <a:rect l="l" t="t" r="r" b="b"/>
              <a:pathLst>
                <a:path w="3721" h="4301" extrusionOk="0">
                  <a:moveTo>
                    <a:pt x="1865" y="857"/>
                  </a:moveTo>
                  <a:cubicBezTo>
                    <a:pt x="2168" y="1035"/>
                    <a:pt x="2899" y="1678"/>
                    <a:pt x="2899" y="2400"/>
                  </a:cubicBezTo>
                  <a:cubicBezTo>
                    <a:pt x="2899" y="2989"/>
                    <a:pt x="2436" y="3471"/>
                    <a:pt x="1865" y="3471"/>
                  </a:cubicBezTo>
                  <a:cubicBezTo>
                    <a:pt x="1294" y="3471"/>
                    <a:pt x="830" y="2989"/>
                    <a:pt x="830" y="2400"/>
                  </a:cubicBezTo>
                  <a:cubicBezTo>
                    <a:pt x="830" y="1678"/>
                    <a:pt x="1561" y="1035"/>
                    <a:pt x="1865" y="857"/>
                  </a:cubicBezTo>
                  <a:close/>
                  <a:moveTo>
                    <a:pt x="1865" y="1"/>
                  </a:moveTo>
                  <a:cubicBezTo>
                    <a:pt x="1436" y="1"/>
                    <a:pt x="794" y="679"/>
                    <a:pt x="767" y="705"/>
                  </a:cubicBezTo>
                  <a:cubicBezTo>
                    <a:pt x="419" y="1071"/>
                    <a:pt x="0" y="1669"/>
                    <a:pt x="0" y="2400"/>
                  </a:cubicBezTo>
                  <a:cubicBezTo>
                    <a:pt x="0" y="3444"/>
                    <a:pt x="839" y="4301"/>
                    <a:pt x="1865" y="4301"/>
                  </a:cubicBezTo>
                  <a:cubicBezTo>
                    <a:pt x="2891" y="4301"/>
                    <a:pt x="3720" y="3444"/>
                    <a:pt x="3720" y="2400"/>
                  </a:cubicBezTo>
                  <a:cubicBezTo>
                    <a:pt x="3720" y="1669"/>
                    <a:pt x="3310" y="1071"/>
                    <a:pt x="2962" y="705"/>
                  </a:cubicBezTo>
                  <a:cubicBezTo>
                    <a:pt x="2935" y="679"/>
                    <a:pt x="2293" y="1"/>
                    <a:pt x="1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9"/>
            <p:cNvSpPr/>
            <p:nvPr/>
          </p:nvSpPr>
          <p:spPr>
            <a:xfrm>
              <a:off x="654500" y="4376375"/>
              <a:ext cx="111550" cy="111775"/>
            </a:xfrm>
            <a:custGeom>
              <a:avLst/>
              <a:gdLst/>
              <a:ahLst/>
              <a:cxnLst/>
              <a:rect l="l" t="t" r="r" b="b"/>
              <a:pathLst>
                <a:path w="4462" h="4471" extrusionOk="0">
                  <a:moveTo>
                    <a:pt x="2846" y="1"/>
                  </a:moveTo>
                  <a:lnTo>
                    <a:pt x="1437" y="1419"/>
                  </a:lnTo>
                  <a:cubicBezTo>
                    <a:pt x="875" y="1972"/>
                    <a:pt x="714" y="2775"/>
                    <a:pt x="937" y="3480"/>
                  </a:cubicBezTo>
                  <a:lnTo>
                    <a:pt x="152" y="4265"/>
                  </a:lnTo>
                  <a:cubicBezTo>
                    <a:pt x="90" y="4328"/>
                    <a:pt x="36" y="4399"/>
                    <a:pt x="1" y="4470"/>
                  </a:cubicBezTo>
                  <a:cubicBezTo>
                    <a:pt x="72" y="4426"/>
                    <a:pt x="134" y="4381"/>
                    <a:pt x="197" y="4319"/>
                  </a:cubicBezTo>
                  <a:lnTo>
                    <a:pt x="982" y="3525"/>
                  </a:lnTo>
                  <a:cubicBezTo>
                    <a:pt x="1187" y="3592"/>
                    <a:pt x="1400" y="3626"/>
                    <a:pt x="1613" y="3626"/>
                  </a:cubicBezTo>
                  <a:cubicBezTo>
                    <a:pt x="2132" y="3626"/>
                    <a:pt x="2650" y="3426"/>
                    <a:pt x="3043" y="3034"/>
                  </a:cubicBezTo>
                  <a:lnTo>
                    <a:pt x="4461" y="1616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9"/>
            <p:cNvSpPr/>
            <p:nvPr/>
          </p:nvSpPr>
          <p:spPr>
            <a:xfrm>
              <a:off x="606325" y="4083550"/>
              <a:ext cx="428250" cy="417975"/>
            </a:xfrm>
            <a:custGeom>
              <a:avLst/>
              <a:gdLst/>
              <a:ahLst/>
              <a:cxnLst/>
              <a:rect l="l" t="t" r="r" b="b"/>
              <a:pathLst>
                <a:path w="17130" h="16719" extrusionOk="0">
                  <a:moveTo>
                    <a:pt x="13525" y="830"/>
                  </a:moveTo>
                  <a:cubicBezTo>
                    <a:pt x="14185" y="830"/>
                    <a:pt x="14801" y="1080"/>
                    <a:pt x="15265" y="1544"/>
                  </a:cubicBezTo>
                  <a:cubicBezTo>
                    <a:pt x="16228" y="2507"/>
                    <a:pt x="16228" y="4069"/>
                    <a:pt x="15265" y="5032"/>
                  </a:cubicBezTo>
                  <a:lnTo>
                    <a:pt x="12981" y="7325"/>
                  </a:lnTo>
                  <a:lnTo>
                    <a:pt x="9502" y="3846"/>
                  </a:lnTo>
                  <a:lnTo>
                    <a:pt x="11794" y="1544"/>
                  </a:lnTo>
                  <a:cubicBezTo>
                    <a:pt x="12258" y="1080"/>
                    <a:pt x="12874" y="830"/>
                    <a:pt x="13525" y="830"/>
                  </a:cubicBezTo>
                  <a:close/>
                  <a:moveTo>
                    <a:pt x="8079" y="3830"/>
                  </a:moveTo>
                  <a:cubicBezTo>
                    <a:pt x="8226" y="3830"/>
                    <a:pt x="8373" y="3886"/>
                    <a:pt x="8485" y="3997"/>
                  </a:cubicBezTo>
                  <a:lnTo>
                    <a:pt x="12820" y="8342"/>
                  </a:lnTo>
                  <a:cubicBezTo>
                    <a:pt x="12927" y="8449"/>
                    <a:pt x="12990" y="8592"/>
                    <a:pt x="12990" y="8743"/>
                  </a:cubicBezTo>
                  <a:cubicBezTo>
                    <a:pt x="12990" y="8895"/>
                    <a:pt x="12927" y="9047"/>
                    <a:pt x="12820" y="9154"/>
                  </a:cubicBezTo>
                  <a:cubicBezTo>
                    <a:pt x="12709" y="9265"/>
                    <a:pt x="12561" y="9321"/>
                    <a:pt x="12414" y="9321"/>
                  </a:cubicBezTo>
                  <a:cubicBezTo>
                    <a:pt x="12267" y="9321"/>
                    <a:pt x="12120" y="9265"/>
                    <a:pt x="12008" y="9154"/>
                  </a:cubicBezTo>
                  <a:lnTo>
                    <a:pt x="7673" y="4818"/>
                  </a:lnTo>
                  <a:cubicBezTo>
                    <a:pt x="7566" y="4702"/>
                    <a:pt x="7503" y="4559"/>
                    <a:pt x="7503" y="4408"/>
                  </a:cubicBezTo>
                  <a:cubicBezTo>
                    <a:pt x="7503" y="4256"/>
                    <a:pt x="7566" y="4104"/>
                    <a:pt x="7673" y="3997"/>
                  </a:cubicBezTo>
                  <a:cubicBezTo>
                    <a:pt x="7784" y="3886"/>
                    <a:pt x="7931" y="3830"/>
                    <a:pt x="8079" y="3830"/>
                  </a:cubicBezTo>
                  <a:close/>
                  <a:moveTo>
                    <a:pt x="8119" y="6433"/>
                  </a:moveTo>
                  <a:lnTo>
                    <a:pt x="10403" y="8716"/>
                  </a:lnTo>
                  <a:lnTo>
                    <a:pt x="4675" y="14453"/>
                  </a:lnTo>
                  <a:cubicBezTo>
                    <a:pt x="4369" y="14759"/>
                    <a:pt x="3961" y="14924"/>
                    <a:pt x="3542" y="14924"/>
                  </a:cubicBezTo>
                  <a:cubicBezTo>
                    <a:pt x="3375" y="14924"/>
                    <a:pt x="3207" y="14898"/>
                    <a:pt x="3043" y="14845"/>
                  </a:cubicBezTo>
                  <a:cubicBezTo>
                    <a:pt x="3001" y="14833"/>
                    <a:pt x="2958" y="14827"/>
                    <a:pt x="2916" y="14827"/>
                  </a:cubicBezTo>
                  <a:cubicBezTo>
                    <a:pt x="2806" y="14827"/>
                    <a:pt x="2701" y="14869"/>
                    <a:pt x="2623" y="14952"/>
                  </a:cubicBezTo>
                  <a:lnTo>
                    <a:pt x="1829" y="15737"/>
                  </a:lnTo>
                  <a:cubicBezTo>
                    <a:pt x="1731" y="15835"/>
                    <a:pt x="1606" y="15889"/>
                    <a:pt x="1473" y="15889"/>
                  </a:cubicBezTo>
                  <a:cubicBezTo>
                    <a:pt x="1330" y="15889"/>
                    <a:pt x="1205" y="15835"/>
                    <a:pt x="1107" y="15737"/>
                  </a:cubicBezTo>
                  <a:cubicBezTo>
                    <a:pt x="911" y="15541"/>
                    <a:pt x="911" y="15211"/>
                    <a:pt x="1107" y="15015"/>
                  </a:cubicBezTo>
                  <a:lnTo>
                    <a:pt x="1901" y="14221"/>
                  </a:lnTo>
                  <a:cubicBezTo>
                    <a:pt x="2008" y="14114"/>
                    <a:pt x="2044" y="13953"/>
                    <a:pt x="1999" y="13801"/>
                  </a:cubicBezTo>
                  <a:cubicBezTo>
                    <a:pt x="1856" y="13373"/>
                    <a:pt x="1910" y="12918"/>
                    <a:pt x="2115" y="12535"/>
                  </a:cubicBezTo>
                  <a:lnTo>
                    <a:pt x="3212" y="13623"/>
                  </a:lnTo>
                  <a:cubicBezTo>
                    <a:pt x="3293" y="13703"/>
                    <a:pt x="3400" y="13748"/>
                    <a:pt x="3498" y="13748"/>
                  </a:cubicBezTo>
                  <a:cubicBezTo>
                    <a:pt x="3605" y="13748"/>
                    <a:pt x="3712" y="13703"/>
                    <a:pt x="3792" y="13623"/>
                  </a:cubicBezTo>
                  <a:cubicBezTo>
                    <a:pt x="3953" y="13462"/>
                    <a:pt x="3953" y="13204"/>
                    <a:pt x="3792" y="13043"/>
                  </a:cubicBezTo>
                  <a:lnTo>
                    <a:pt x="2659" y="11901"/>
                  </a:lnTo>
                  <a:lnTo>
                    <a:pt x="3516" y="11045"/>
                  </a:lnTo>
                  <a:lnTo>
                    <a:pt x="4649" y="12187"/>
                  </a:lnTo>
                  <a:cubicBezTo>
                    <a:pt x="4729" y="12267"/>
                    <a:pt x="4836" y="12303"/>
                    <a:pt x="4943" y="12303"/>
                  </a:cubicBezTo>
                  <a:cubicBezTo>
                    <a:pt x="5050" y="12303"/>
                    <a:pt x="5157" y="12267"/>
                    <a:pt x="5237" y="12187"/>
                  </a:cubicBezTo>
                  <a:cubicBezTo>
                    <a:pt x="5398" y="12026"/>
                    <a:pt x="5398" y="11759"/>
                    <a:pt x="5237" y="11598"/>
                  </a:cubicBezTo>
                  <a:lnTo>
                    <a:pt x="4095" y="10456"/>
                  </a:lnTo>
                  <a:lnTo>
                    <a:pt x="4961" y="9591"/>
                  </a:lnTo>
                  <a:lnTo>
                    <a:pt x="6103" y="10733"/>
                  </a:lnTo>
                  <a:cubicBezTo>
                    <a:pt x="6183" y="10813"/>
                    <a:pt x="6290" y="10849"/>
                    <a:pt x="6388" y="10849"/>
                  </a:cubicBezTo>
                  <a:cubicBezTo>
                    <a:pt x="6495" y="10849"/>
                    <a:pt x="6602" y="10813"/>
                    <a:pt x="6683" y="10733"/>
                  </a:cubicBezTo>
                  <a:cubicBezTo>
                    <a:pt x="6843" y="10572"/>
                    <a:pt x="6843" y="10304"/>
                    <a:pt x="6683" y="10144"/>
                  </a:cubicBezTo>
                  <a:lnTo>
                    <a:pt x="5550" y="9002"/>
                  </a:lnTo>
                  <a:lnTo>
                    <a:pt x="6415" y="8137"/>
                  </a:lnTo>
                  <a:lnTo>
                    <a:pt x="7548" y="9279"/>
                  </a:lnTo>
                  <a:cubicBezTo>
                    <a:pt x="7628" y="9359"/>
                    <a:pt x="7735" y="9394"/>
                    <a:pt x="7842" y="9394"/>
                  </a:cubicBezTo>
                  <a:cubicBezTo>
                    <a:pt x="7949" y="9394"/>
                    <a:pt x="8056" y="9359"/>
                    <a:pt x="8137" y="9279"/>
                  </a:cubicBezTo>
                  <a:cubicBezTo>
                    <a:pt x="8297" y="9118"/>
                    <a:pt x="8297" y="8850"/>
                    <a:pt x="8137" y="8690"/>
                  </a:cubicBezTo>
                  <a:lnTo>
                    <a:pt x="6995" y="7548"/>
                  </a:lnTo>
                  <a:lnTo>
                    <a:pt x="8119" y="6433"/>
                  </a:lnTo>
                  <a:close/>
                  <a:moveTo>
                    <a:pt x="13525" y="1"/>
                  </a:moveTo>
                  <a:cubicBezTo>
                    <a:pt x="12651" y="1"/>
                    <a:pt x="11821" y="340"/>
                    <a:pt x="11205" y="964"/>
                  </a:cubicBezTo>
                  <a:lnTo>
                    <a:pt x="8904" y="3275"/>
                  </a:lnTo>
                  <a:cubicBezTo>
                    <a:pt x="8656" y="3095"/>
                    <a:pt x="8365" y="3005"/>
                    <a:pt x="8075" y="3005"/>
                  </a:cubicBezTo>
                  <a:cubicBezTo>
                    <a:pt x="7717" y="3005"/>
                    <a:pt x="7360" y="3142"/>
                    <a:pt x="7084" y="3417"/>
                  </a:cubicBezTo>
                  <a:cubicBezTo>
                    <a:pt x="6540" y="3962"/>
                    <a:pt x="6540" y="4854"/>
                    <a:pt x="7084" y="5398"/>
                  </a:cubicBezTo>
                  <a:lnTo>
                    <a:pt x="7530" y="5844"/>
                  </a:lnTo>
                  <a:lnTo>
                    <a:pt x="1812" y="11580"/>
                  </a:lnTo>
                  <a:cubicBezTo>
                    <a:pt x="1803" y="11589"/>
                    <a:pt x="1794" y="11598"/>
                    <a:pt x="1785" y="11598"/>
                  </a:cubicBezTo>
                  <a:cubicBezTo>
                    <a:pt x="1785" y="11607"/>
                    <a:pt x="1785" y="11607"/>
                    <a:pt x="1776" y="11607"/>
                  </a:cubicBezTo>
                  <a:cubicBezTo>
                    <a:pt x="1776" y="11616"/>
                    <a:pt x="1767" y="11616"/>
                    <a:pt x="1767" y="11625"/>
                  </a:cubicBezTo>
                  <a:cubicBezTo>
                    <a:pt x="1205" y="12205"/>
                    <a:pt x="982" y="13025"/>
                    <a:pt x="1143" y="13810"/>
                  </a:cubicBezTo>
                  <a:lnTo>
                    <a:pt x="527" y="14426"/>
                  </a:lnTo>
                  <a:cubicBezTo>
                    <a:pt x="1" y="14952"/>
                    <a:pt x="1" y="15800"/>
                    <a:pt x="527" y="16326"/>
                  </a:cubicBezTo>
                  <a:cubicBezTo>
                    <a:pt x="777" y="16576"/>
                    <a:pt x="1116" y="16719"/>
                    <a:pt x="1473" y="16719"/>
                  </a:cubicBezTo>
                  <a:cubicBezTo>
                    <a:pt x="1829" y="16719"/>
                    <a:pt x="2168" y="16576"/>
                    <a:pt x="2418" y="16326"/>
                  </a:cubicBezTo>
                  <a:lnTo>
                    <a:pt x="3034" y="15702"/>
                  </a:lnTo>
                  <a:cubicBezTo>
                    <a:pt x="3202" y="15737"/>
                    <a:pt x="3372" y="15755"/>
                    <a:pt x="3540" y="15755"/>
                  </a:cubicBezTo>
                  <a:cubicBezTo>
                    <a:pt x="4177" y="15755"/>
                    <a:pt x="4799" y="15505"/>
                    <a:pt x="5264" y="15033"/>
                  </a:cubicBezTo>
                  <a:lnTo>
                    <a:pt x="10991" y="9296"/>
                  </a:lnTo>
                  <a:lnTo>
                    <a:pt x="11420" y="9733"/>
                  </a:lnTo>
                  <a:cubicBezTo>
                    <a:pt x="11696" y="10010"/>
                    <a:pt x="12053" y="10144"/>
                    <a:pt x="12419" y="10144"/>
                  </a:cubicBezTo>
                  <a:cubicBezTo>
                    <a:pt x="12776" y="10144"/>
                    <a:pt x="13132" y="10010"/>
                    <a:pt x="13409" y="9733"/>
                  </a:cubicBezTo>
                  <a:cubicBezTo>
                    <a:pt x="13677" y="9475"/>
                    <a:pt x="13819" y="9118"/>
                    <a:pt x="13819" y="8743"/>
                  </a:cubicBezTo>
                  <a:cubicBezTo>
                    <a:pt x="13819" y="8440"/>
                    <a:pt x="13721" y="8154"/>
                    <a:pt x="13552" y="7923"/>
                  </a:cubicBezTo>
                  <a:lnTo>
                    <a:pt x="15853" y="5612"/>
                  </a:lnTo>
                  <a:cubicBezTo>
                    <a:pt x="17129" y="4336"/>
                    <a:pt x="17129" y="2249"/>
                    <a:pt x="15853" y="964"/>
                  </a:cubicBezTo>
                  <a:cubicBezTo>
                    <a:pt x="15229" y="340"/>
                    <a:pt x="14408" y="1"/>
                    <a:pt x="13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1" name="Google Shape;3491;p39"/>
          <p:cNvGrpSpPr/>
          <p:nvPr/>
        </p:nvGrpSpPr>
        <p:grpSpPr>
          <a:xfrm>
            <a:off x="1454075" y="1492279"/>
            <a:ext cx="530150" cy="528375"/>
            <a:chOff x="1454075" y="2148575"/>
            <a:chExt cx="530150" cy="528375"/>
          </a:xfrm>
        </p:grpSpPr>
        <p:sp>
          <p:nvSpPr>
            <p:cNvPr id="3492" name="Google Shape;3492;p39"/>
            <p:cNvSpPr/>
            <p:nvPr/>
          </p:nvSpPr>
          <p:spPr>
            <a:xfrm>
              <a:off x="1642750" y="2232400"/>
              <a:ext cx="309150" cy="306000"/>
            </a:xfrm>
            <a:custGeom>
              <a:avLst/>
              <a:gdLst/>
              <a:ahLst/>
              <a:cxnLst/>
              <a:rect l="l" t="t" r="r" b="b"/>
              <a:pathLst>
                <a:path w="12366" h="12240" extrusionOk="0">
                  <a:moveTo>
                    <a:pt x="10705" y="1"/>
                  </a:moveTo>
                  <a:cubicBezTo>
                    <a:pt x="10186" y="1"/>
                    <a:pt x="9622" y="76"/>
                    <a:pt x="9020" y="234"/>
                  </a:cubicBezTo>
                  <a:cubicBezTo>
                    <a:pt x="5202" y="1224"/>
                    <a:pt x="1303" y="5122"/>
                    <a:pt x="313" y="8941"/>
                  </a:cubicBezTo>
                  <a:cubicBezTo>
                    <a:pt x="1" y="10136"/>
                    <a:pt x="10" y="11180"/>
                    <a:pt x="295" y="12027"/>
                  </a:cubicBezTo>
                  <a:cubicBezTo>
                    <a:pt x="714" y="12165"/>
                    <a:pt x="1187" y="12239"/>
                    <a:pt x="1705" y="12239"/>
                  </a:cubicBezTo>
                  <a:cubicBezTo>
                    <a:pt x="2222" y="12239"/>
                    <a:pt x="2784" y="12165"/>
                    <a:pt x="3382" y="12009"/>
                  </a:cubicBezTo>
                  <a:cubicBezTo>
                    <a:pt x="6763" y="11126"/>
                    <a:pt x="10215" y="7968"/>
                    <a:pt x="11643" y="4596"/>
                  </a:cubicBezTo>
                  <a:cubicBezTo>
                    <a:pt x="12089" y="3543"/>
                    <a:pt x="12089" y="3294"/>
                    <a:pt x="12089" y="3294"/>
                  </a:cubicBezTo>
                  <a:cubicBezTo>
                    <a:pt x="12089" y="3294"/>
                    <a:pt x="12285" y="2196"/>
                    <a:pt x="12285" y="2196"/>
                  </a:cubicBezTo>
                  <a:cubicBezTo>
                    <a:pt x="12365" y="1456"/>
                    <a:pt x="12294" y="787"/>
                    <a:pt x="12107" y="216"/>
                  </a:cubicBezTo>
                  <a:cubicBezTo>
                    <a:pt x="11686" y="74"/>
                    <a:pt x="11217" y="1"/>
                    <a:pt x="107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9"/>
            <p:cNvSpPr/>
            <p:nvPr/>
          </p:nvSpPr>
          <p:spPr>
            <a:xfrm>
              <a:off x="1657475" y="2362900"/>
              <a:ext cx="106850" cy="106850"/>
            </a:xfrm>
            <a:custGeom>
              <a:avLst/>
              <a:gdLst/>
              <a:ahLst/>
              <a:cxnLst/>
              <a:rect l="l" t="t" r="r" b="b"/>
              <a:pathLst>
                <a:path w="4274" h="4274" extrusionOk="0">
                  <a:moveTo>
                    <a:pt x="2231" y="0"/>
                  </a:moveTo>
                  <a:cubicBezTo>
                    <a:pt x="1000" y="0"/>
                    <a:pt x="0" y="1000"/>
                    <a:pt x="0" y="2231"/>
                  </a:cubicBezTo>
                  <a:cubicBezTo>
                    <a:pt x="0" y="3141"/>
                    <a:pt x="554" y="3935"/>
                    <a:pt x="1348" y="4274"/>
                  </a:cubicBezTo>
                  <a:cubicBezTo>
                    <a:pt x="1232" y="4006"/>
                    <a:pt x="1160" y="3703"/>
                    <a:pt x="1160" y="3390"/>
                  </a:cubicBezTo>
                  <a:cubicBezTo>
                    <a:pt x="1160" y="2159"/>
                    <a:pt x="2159" y="1160"/>
                    <a:pt x="3390" y="1160"/>
                  </a:cubicBezTo>
                  <a:cubicBezTo>
                    <a:pt x="3703" y="1160"/>
                    <a:pt x="4006" y="1223"/>
                    <a:pt x="4274" y="1348"/>
                  </a:cubicBezTo>
                  <a:cubicBezTo>
                    <a:pt x="3935" y="554"/>
                    <a:pt x="3150" y="0"/>
                    <a:pt x="2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9"/>
            <p:cNvSpPr/>
            <p:nvPr/>
          </p:nvSpPr>
          <p:spPr>
            <a:xfrm>
              <a:off x="1686475" y="2391900"/>
              <a:ext cx="82525" cy="82525"/>
            </a:xfrm>
            <a:custGeom>
              <a:avLst/>
              <a:gdLst/>
              <a:ahLst/>
              <a:cxnLst/>
              <a:rect l="l" t="t" r="r" b="b"/>
              <a:pathLst>
                <a:path w="3301" h="3301" extrusionOk="0">
                  <a:moveTo>
                    <a:pt x="2230" y="0"/>
                  </a:moveTo>
                  <a:cubicBezTo>
                    <a:pt x="999" y="0"/>
                    <a:pt x="0" y="999"/>
                    <a:pt x="0" y="2230"/>
                  </a:cubicBezTo>
                  <a:cubicBezTo>
                    <a:pt x="0" y="2543"/>
                    <a:pt x="72" y="2846"/>
                    <a:pt x="188" y="3114"/>
                  </a:cubicBezTo>
                  <a:cubicBezTo>
                    <a:pt x="455" y="3230"/>
                    <a:pt x="758" y="3301"/>
                    <a:pt x="1071" y="3301"/>
                  </a:cubicBezTo>
                  <a:cubicBezTo>
                    <a:pt x="2302" y="3301"/>
                    <a:pt x="3301" y="2302"/>
                    <a:pt x="3301" y="1071"/>
                  </a:cubicBezTo>
                  <a:cubicBezTo>
                    <a:pt x="3301" y="750"/>
                    <a:pt x="3230" y="455"/>
                    <a:pt x="3114" y="188"/>
                  </a:cubicBezTo>
                  <a:cubicBezTo>
                    <a:pt x="2846" y="72"/>
                    <a:pt x="2543" y="0"/>
                    <a:pt x="22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9"/>
            <p:cNvSpPr/>
            <p:nvPr/>
          </p:nvSpPr>
          <p:spPr>
            <a:xfrm>
              <a:off x="1777900" y="2242475"/>
              <a:ext cx="106850" cy="106850"/>
            </a:xfrm>
            <a:custGeom>
              <a:avLst/>
              <a:gdLst/>
              <a:ahLst/>
              <a:cxnLst/>
              <a:rect l="l" t="t" r="r" b="b"/>
              <a:pathLst>
                <a:path w="4274" h="4274" extrusionOk="0">
                  <a:moveTo>
                    <a:pt x="2231" y="0"/>
                  </a:moveTo>
                  <a:cubicBezTo>
                    <a:pt x="1000" y="0"/>
                    <a:pt x="1" y="999"/>
                    <a:pt x="1" y="2230"/>
                  </a:cubicBezTo>
                  <a:cubicBezTo>
                    <a:pt x="1" y="3149"/>
                    <a:pt x="554" y="3934"/>
                    <a:pt x="1348" y="4273"/>
                  </a:cubicBezTo>
                  <a:cubicBezTo>
                    <a:pt x="1223" y="4006"/>
                    <a:pt x="1161" y="3702"/>
                    <a:pt x="1161" y="3390"/>
                  </a:cubicBezTo>
                  <a:cubicBezTo>
                    <a:pt x="1161" y="2159"/>
                    <a:pt x="2160" y="1160"/>
                    <a:pt x="3391" y="1160"/>
                  </a:cubicBezTo>
                  <a:cubicBezTo>
                    <a:pt x="3703" y="1160"/>
                    <a:pt x="4006" y="1231"/>
                    <a:pt x="4274" y="1347"/>
                  </a:cubicBezTo>
                  <a:cubicBezTo>
                    <a:pt x="3935" y="553"/>
                    <a:pt x="3141" y="0"/>
                    <a:pt x="2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9"/>
            <p:cNvSpPr/>
            <p:nvPr/>
          </p:nvSpPr>
          <p:spPr>
            <a:xfrm>
              <a:off x="1806900" y="2271450"/>
              <a:ext cx="82550" cy="82550"/>
            </a:xfrm>
            <a:custGeom>
              <a:avLst/>
              <a:gdLst/>
              <a:ahLst/>
              <a:cxnLst/>
              <a:rect l="l" t="t" r="r" b="b"/>
              <a:pathLst>
                <a:path w="3302" h="3302" extrusionOk="0">
                  <a:moveTo>
                    <a:pt x="2231" y="1"/>
                  </a:moveTo>
                  <a:cubicBezTo>
                    <a:pt x="1000" y="1"/>
                    <a:pt x="1" y="1000"/>
                    <a:pt x="1" y="2231"/>
                  </a:cubicBezTo>
                  <a:cubicBezTo>
                    <a:pt x="1" y="2543"/>
                    <a:pt x="63" y="2847"/>
                    <a:pt x="188" y="3114"/>
                  </a:cubicBezTo>
                  <a:cubicBezTo>
                    <a:pt x="456" y="3230"/>
                    <a:pt x="750" y="3302"/>
                    <a:pt x="1071" y="3302"/>
                  </a:cubicBezTo>
                  <a:cubicBezTo>
                    <a:pt x="2302" y="3302"/>
                    <a:pt x="3301" y="2302"/>
                    <a:pt x="3301" y="1071"/>
                  </a:cubicBezTo>
                  <a:cubicBezTo>
                    <a:pt x="3301" y="759"/>
                    <a:pt x="3230" y="456"/>
                    <a:pt x="3114" y="188"/>
                  </a:cubicBezTo>
                  <a:cubicBezTo>
                    <a:pt x="2846" y="72"/>
                    <a:pt x="2543" y="1"/>
                    <a:pt x="22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9"/>
            <p:cNvSpPr/>
            <p:nvPr/>
          </p:nvSpPr>
          <p:spPr>
            <a:xfrm>
              <a:off x="1765200" y="2232075"/>
              <a:ext cx="140975" cy="132175"/>
            </a:xfrm>
            <a:custGeom>
              <a:avLst/>
              <a:gdLst/>
              <a:ahLst/>
              <a:cxnLst/>
              <a:rect l="l" t="t" r="r" b="b"/>
              <a:pathLst>
                <a:path w="5639" h="5287" extrusionOk="0">
                  <a:moveTo>
                    <a:pt x="2738" y="1"/>
                  </a:moveTo>
                  <a:cubicBezTo>
                    <a:pt x="2623" y="1"/>
                    <a:pt x="2507" y="8"/>
                    <a:pt x="2391" y="24"/>
                  </a:cubicBezTo>
                  <a:cubicBezTo>
                    <a:pt x="2168" y="59"/>
                    <a:pt x="2008" y="264"/>
                    <a:pt x="2034" y="487"/>
                  </a:cubicBezTo>
                  <a:cubicBezTo>
                    <a:pt x="2067" y="702"/>
                    <a:pt x="2245" y="847"/>
                    <a:pt x="2447" y="847"/>
                  </a:cubicBezTo>
                  <a:cubicBezTo>
                    <a:pt x="2464" y="847"/>
                    <a:pt x="2481" y="846"/>
                    <a:pt x="2498" y="844"/>
                  </a:cubicBezTo>
                  <a:cubicBezTo>
                    <a:pt x="2578" y="834"/>
                    <a:pt x="2657" y="829"/>
                    <a:pt x="2736" y="829"/>
                  </a:cubicBezTo>
                  <a:cubicBezTo>
                    <a:pt x="3221" y="829"/>
                    <a:pt x="3678" y="1016"/>
                    <a:pt x="4024" y="1362"/>
                  </a:cubicBezTo>
                  <a:cubicBezTo>
                    <a:pt x="4728" y="2067"/>
                    <a:pt x="4728" y="3226"/>
                    <a:pt x="4024" y="3931"/>
                  </a:cubicBezTo>
                  <a:cubicBezTo>
                    <a:pt x="3676" y="4270"/>
                    <a:pt x="3221" y="4466"/>
                    <a:pt x="2739" y="4466"/>
                  </a:cubicBezTo>
                  <a:cubicBezTo>
                    <a:pt x="2248" y="4466"/>
                    <a:pt x="1793" y="4270"/>
                    <a:pt x="1454" y="3931"/>
                  </a:cubicBezTo>
                  <a:cubicBezTo>
                    <a:pt x="1044" y="3521"/>
                    <a:pt x="857" y="2950"/>
                    <a:pt x="937" y="2379"/>
                  </a:cubicBezTo>
                  <a:cubicBezTo>
                    <a:pt x="973" y="2147"/>
                    <a:pt x="821" y="1942"/>
                    <a:pt x="598" y="1906"/>
                  </a:cubicBezTo>
                  <a:cubicBezTo>
                    <a:pt x="576" y="1903"/>
                    <a:pt x="555" y="1901"/>
                    <a:pt x="533" y="1901"/>
                  </a:cubicBezTo>
                  <a:cubicBezTo>
                    <a:pt x="329" y="1901"/>
                    <a:pt x="158" y="2052"/>
                    <a:pt x="125" y="2254"/>
                  </a:cubicBezTo>
                  <a:cubicBezTo>
                    <a:pt x="0" y="3075"/>
                    <a:pt x="277" y="3922"/>
                    <a:pt x="866" y="4511"/>
                  </a:cubicBezTo>
                  <a:cubicBezTo>
                    <a:pt x="1365" y="5010"/>
                    <a:pt x="2034" y="5287"/>
                    <a:pt x="2739" y="5287"/>
                  </a:cubicBezTo>
                  <a:cubicBezTo>
                    <a:pt x="3444" y="5287"/>
                    <a:pt x="4104" y="5010"/>
                    <a:pt x="4604" y="4511"/>
                  </a:cubicBezTo>
                  <a:cubicBezTo>
                    <a:pt x="5638" y="3485"/>
                    <a:pt x="5638" y="1808"/>
                    <a:pt x="4604" y="782"/>
                  </a:cubicBezTo>
                  <a:cubicBezTo>
                    <a:pt x="4106" y="276"/>
                    <a:pt x="3437" y="1"/>
                    <a:pt x="27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9"/>
            <p:cNvSpPr/>
            <p:nvPr/>
          </p:nvSpPr>
          <p:spPr>
            <a:xfrm>
              <a:off x="1782825" y="2248375"/>
              <a:ext cx="22775" cy="20875"/>
            </a:xfrm>
            <a:custGeom>
              <a:avLst/>
              <a:gdLst/>
              <a:ahLst/>
              <a:cxnLst/>
              <a:rect l="l" t="t" r="r" b="b"/>
              <a:pathLst>
                <a:path w="911" h="835" extrusionOk="0">
                  <a:moveTo>
                    <a:pt x="460" y="1"/>
                  </a:moveTo>
                  <a:cubicBezTo>
                    <a:pt x="355" y="1"/>
                    <a:pt x="250" y="41"/>
                    <a:pt x="170" y="121"/>
                  </a:cubicBezTo>
                  <a:lnTo>
                    <a:pt x="161" y="130"/>
                  </a:lnTo>
                  <a:cubicBezTo>
                    <a:pt x="0" y="290"/>
                    <a:pt x="0" y="549"/>
                    <a:pt x="161" y="710"/>
                  </a:cubicBezTo>
                  <a:cubicBezTo>
                    <a:pt x="241" y="790"/>
                    <a:pt x="348" y="835"/>
                    <a:pt x="455" y="835"/>
                  </a:cubicBezTo>
                  <a:cubicBezTo>
                    <a:pt x="562" y="835"/>
                    <a:pt x="669" y="790"/>
                    <a:pt x="749" y="710"/>
                  </a:cubicBezTo>
                  <a:cubicBezTo>
                    <a:pt x="910" y="549"/>
                    <a:pt x="910" y="282"/>
                    <a:pt x="749" y="121"/>
                  </a:cubicBezTo>
                  <a:cubicBezTo>
                    <a:pt x="669" y="41"/>
                    <a:pt x="564" y="1"/>
                    <a:pt x="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9"/>
            <p:cNvSpPr/>
            <p:nvPr/>
          </p:nvSpPr>
          <p:spPr>
            <a:xfrm>
              <a:off x="1647225" y="2352650"/>
              <a:ext cx="134500" cy="132050"/>
            </a:xfrm>
            <a:custGeom>
              <a:avLst/>
              <a:gdLst/>
              <a:ahLst/>
              <a:cxnLst/>
              <a:rect l="l" t="t" r="r" b="b"/>
              <a:pathLst>
                <a:path w="5380" h="5282" extrusionOk="0">
                  <a:moveTo>
                    <a:pt x="2641" y="0"/>
                  </a:moveTo>
                  <a:cubicBezTo>
                    <a:pt x="1936" y="0"/>
                    <a:pt x="1276" y="268"/>
                    <a:pt x="776" y="767"/>
                  </a:cubicBezTo>
                  <a:cubicBezTo>
                    <a:pt x="277" y="1267"/>
                    <a:pt x="0" y="1936"/>
                    <a:pt x="0" y="2641"/>
                  </a:cubicBezTo>
                  <a:cubicBezTo>
                    <a:pt x="0" y="3345"/>
                    <a:pt x="277" y="4006"/>
                    <a:pt x="776" y="4505"/>
                  </a:cubicBezTo>
                  <a:cubicBezTo>
                    <a:pt x="1276" y="5005"/>
                    <a:pt x="1936" y="5281"/>
                    <a:pt x="2632" y="5281"/>
                  </a:cubicBezTo>
                  <a:cubicBezTo>
                    <a:pt x="2748" y="5281"/>
                    <a:pt x="2864" y="5272"/>
                    <a:pt x="2980" y="5255"/>
                  </a:cubicBezTo>
                  <a:cubicBezTo>
                    <a:pt x="3212" y="5228"/>
                    <a:pt x="3372" y="5023"/>
                    <a:pt x="3337" y="4791"/>
                  </a:cubicBezTo>
                  <a:cubicBezTo>
                    <a:pt x="3312" y="4589"/>
                    <a:pt x="3142" y="4438"/>
                    <a:pt x="2937" y="4438"/>
                  </a:cubicBezTo>
                  <a:cubicBezTo>
                    <a:pt x="2916" y="4438"/>
                    <a:pt x="2894" y="4439"/>
                    <a:pt x="2873" y="4443"/>
                  </a:cubicBezTo>
                  <a:cubicBezTo>
                    <a:pt x="2794" y="4453"/>
                    <a:pt x="2716" y="4458"/>
                    <a:pt x="2638" y="4458"/>
                  </a:cubicBezTo>
                  <a:cubicBezTo>
                    <a:pt x="2159" y="4458"/>
                    <a:pt x="1701" y="4271"/>
                    <a:pt x="1356" y="3925"/>
                  </a:cubicBezTo>
                  <a:cubicBezTo>
                    <a:pt x="1017" y="3577"/>
                    <a:pt x="821" y="3122"/>
                    <a:pt x="821" y="2641"/>
                  </a:cubicBezTo>
                  <a:cubicBezTo>
                    <a:pt x="821" y="2150"/>
                    <a:pt x="1017" y="1695"/>
                    <a:pt x="1356" y="1356"/>
                  </a:cubicBezTo>
                  <a:cubicBezTo>
                    <a:pt x="1695" y="1008"/>
                    <a:pt x="2159" y="821"/>
                    <a:pt x="2641" y="821"/>
                  </a:cubicBezTo>
                  <a:cubicBezTo>
                    <a:pt x="3122" y="821"/>
                    <a:pt x="3577" y="1008"/>
                    <a:pt x="3925" y="1356"/>
                  </a:cubicBezTo>
                  <a:cubicBezTo>
                    <a:pt x="4336" y="1766"/>
                    <a:pt x="4523" y="2328"/>
                    <a:pt x="4434" y="2908"/>
                  </a:cubicBezTo>
                  <a:cubicBezTo>
                    <a:pt x="4398" y="3131"/>
                    <a:pt x="4559" y="3345"/>
                    <a:pt x="4782" y="3381"/>
                  </a:cubicBezTo>
                  <a:cubicBezTo>
                    <a:pt x="4799" y="3383"/>
                    <a:pt x="4816" y="3384"/>
                    <a:pt x="4833" y="3384"/>
                  </a:cubicBezTo>
                  <a:cubicBezTo>
                    <a:pt x="5037" y="3384"/>
                    <a:pt x="5222" y="3239"/>
                    <a:pt x="5255" y="3033"/>
                  </a:cubicBezTo>
                  <a:cubicBezTo>
                    <a:pt x="5379" y="2204"/>
                    <a:pt x="5094" y="1356"/>
                    <a:pt x="4505" y="767"/>
                  </a:cubicBezTo>
                  <a:cubicBezTo>
                    <a:pt x="4006" y="268"/>
                    <a:pt x="3345" y="0"/>
                    <a:pt x="26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9"/>
            <p:cNvSpPr/>
            <p:nvPr/>
          </p:nvSpPr>
          <p:spPr>
            <a:xfrm>
              <a:off x="1741100" y="2447750"/>
              <a:ext cx="22775" cy="20675"/>
            </a:xfrm>
            <a:custGeom>
              <a:avLst/>
              <a:gdLst/>
              <a:ahLst/>
              <a:cxnLst/>
              <a:rect l="l" t="t" r="r" b="b"/>
              <a:pathLst>
                <a:path w="911" h="827" extrusionOk="0">
                  <a:moveTo>
                    <a:pt x="460" y="1"/>
                  </a:moveTo>
                  <a:cubicBezTo>
                    <a:pt x="355" y="1"/>
                    <a:pt x="251" y="41"/>
                    <a:pt x="170" y="121"/>
                  </a:cubicBezTo>
                  <a:lnTo>
                    <a:pt x="161" y="121"/>
                  </a:lnTo>
                  <a:cubicBezTo>
                    <a:pt x="1" y="282"/>
                    <a:pt x="1" y="541"/>
                    <a:pt x="161" y="701"/>
                  </a:cubicBezTo>
                  <a:cubicBezTo>
                    <a:pt x="242" y="790"/>
                    <a:pt x="349" y="826"/>
                    <a:pt x="456" y="826"/>
                  </a:cubicBezTo>
                  <a:cubicBezTo>
                    <a:pt x="563" y="826"/>
                    <a:pt x="670" y="790"/>
                    <a:pt x="750" y="710"/>
                  </a:cubicBezTo>
                  <a:lnTo>
                    <a:pt x="750" y="701"/>
                  </a:lnTo>
                  <a:cubicBezTo>
                    <a:pt x="911" y="541"/>
                    <a:pt x="911" y="282"/>
                    <a:pt x="750" y="121"/>
                  </a:cubicBezTo>
                  <a:cubicBezTo>
                    <a:pt x="670" y="41"/>
                    <a:pt x="565" y="1"/>
                    <a:pt x="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9"/>
            <p:cNvSpPr/>
            <p:nvPr/>
          </p:nvSpPr>
          <p:spPr>
            <a:xfrm>
              <a:off x="1933575" y="2304525"/>
              <a:ext cx="22775" cy="20700"/>
            </a:xfrm>
            <a:custGeom>
              <a:avLst/>
              <a:gdLst/>
              <a:ahLst/>
              <a:cxnLst/>
              <a:rect l="l" t="t" r="r" b="b"/>
              <a:pathLst>
                <a:path w="911" h="828" extrusionOk="0">
                  <a:moveTo>
                    <a:pt x="451" y="1"/>
                  </a:moveTo>
                  <a:cubicBezTo>
                    <a:pt x="270" y="1"/>
                    <a:pt x="106" y="123"/>
                    <a:pt x="54" y="301"/>
                  </a:cubicBezTo>
                  <a:cubicBezTo>
                    <a:pt x="54" y="301"/>
                    <a:pt x="54" y="310"/>
                    <a:pt x="54" y="310"/>
                  </a:cubicBezTo>
                  <a:cubicBezTo>
                    <a:pt x="1" y="533"/>
                    <a:pt x="126" y="756"/>
                    <a:pt x="349" y="810"/>
                  </a:cubicBezTo>
                  <a:cubicBezTo>
                    <a:pt x="384" y="819"/>
                    <a:pt x="420" y="828"/>
                    <a:pt x="456" y="828"/>
                  </a:cubicBezTo>
                  <a:cubicBezTo>
                    <a:pt x="634" y="828"/>
                    <a:pt x="804" y="703"/>
                    <a:pt x="857" y="524"/>
                  </a:cubicBezTo>
                  <a:cubicBezTo>
                    <a:pt x="911" y="301"/>
                    <a:pt x="786" y="70"/>
                    <a:pt x="563" y="16"/>
                  </a:cubicBezTo>
                  <a:cubicBezTo>
                    <a:pt x="525" y="6"/>
                    <a:pt x="488" y="1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9"/>
            <p:cNvSpPr/>
            <p:nvPr/>
          </p:nvSpPr>
          <p:spPr>
            <a:xfrm>
              <a:off x="1454075" y="2148575"/>
              <a:ext cx="530150" cy="528375"/>
            </a:xfrm>
            <a:custGeom>
              <a:avLst/>
              <a:gdLst/>
              <a:ahLst/>
              <a:cxnLst/>
              <a:rect l="l" t="t" r="r" b="b"/>
              <a:pathLst>
                <a:path w="21206" h="21135" extrusionOk="0">
                  <a:moveTo>
                    <a:pt x="12633" y="0"/>
                  </a:moveTo>
                  <a:cubicBezTo>
                    <a:pt x="12401" y="0"/>
                    <a:pt x="12178" y="420"/>
                    <a:pt x="12178" y="420"/>
                  </a:cubicBezTo>
                  <a:lnTo>
                    <a:pt x="12178" y="1999"/>
                  </a:lnTo>
                  <a:cubicBezTo>
                    <a:pt x="12178" y="1999"/>
                    <a:pt x="10081" y="3328"/>
                    <a:pt x="9109" y="4247"/>
                  </a:cubicBezTo>
                  <a:lnTo>
                    <a:pt x="8217" y="3355"/>
                  </a:lnTo>
                  <a:cubicBezTo>
                    <a:pt x="8136" y="3274"/>
                    <a:pt x="8032" y="3234"/>
                    <a:pt x="7926" y="3234"/>
                  </a:cubicBezTo>
                  <a:cubicBezTo>
                    <a:pt x="7820" y="3234"/>
                    <a:pt x="7713" y="3274"/>
                    <a:pt x="7628" y="3355"/>
                  </a:cubicBezTo>
                  <a:cubicBezTo>
                    <a:pt x="7467" y="3515"/>
                    <a:pt x="7467" y="3783"/>
                    <a:pt x="7628" y="3943"/>
                  </a:cubicBezTo>
                  <a:lnTo>
                    <a:pt x="8520" y="4836"/>
                  </a:lnTo>
                  <a:cubicBezTo>
                    <a:pt x="7583" y="5826"/>
                    <a:pt x="6807" y="6905"/>
                    <a:pt x="6236" y="7994"/>
                  </a:cubicBezTo>
                  <a:lnTo>
                    <a:pt x="4622" y="7994"/>
                  </a:lnTo>
                  <a:cubicBezTo>
                    <a:pt x="4399" y="8003"/>
                    <a:pt x="4211" y="8190"/>
                    <a:pt x="4211" y="8413"/>
                  </a:cubicBezTo>
                  <a:cubicBezTo>
                    <a:pt x="4211" y="8640"/>
                    <a:pt x="4390" y="8824"/>
                    <a:pt x="4606" y="8824"/>
                  </a:cubicBezTo>
                  <a:cubicBezTo>
                    <a:pt x="4611" y="8824"/>
                    <a:pt x="4616" y="8823"/>
                    <a:pt x="4622" y="8823"/>
                  </a:cubicBezTo>
                  <a:lnTo>
                    <a:pt x="5853" y="8823"/>
                  </a:lnTo>
                  <a:cubicBezTo>
                    <a:pt x="5674" y="9269"/>
                    <a:pt x="5523" y="9706"/>
                    <a:pt x="5407" y="10135"/>
                  </a:cubicBezTo>
                  <a:cubicBezTo>
                    <a:pt x="5246" y="10768"/>
                    <a:pt x="5166" y="11375"/>
                    <a:pt x="5166" y="11937"/>
                  </a:cubicBezTo>
                  <a:cubicBezTo>
                    <a:pt x="5166" y="12026"/>
                    <a:pt x="5166" y="12124"/>
                    <a:pt x="5175" y="12213"/>
                  </a:cubicBezTo>
                  <a:cubicBezTo>
                    <a:pt x="4818" y="12624"/>
                    <a:pt x="4746" y="13043"/>
                    <a:pt x="4693" y="13391"/>
                  </a:cubicBezTo>
                  <a:cubicBezTo>
                    <a:pt x="4639" y="13721"/>
                    <a:pt x="4604" y="13953"/>
                    <a:pt x="4345" y="14212"/>
                  </a:cubicBezTo>
                  <a:cubicBezTo>
                    <a:pt x="4086" y="14479"/>
                    <a:pt x="3819" y="14524"/>
                    <a:pt x="3480" y="14586"/>
                  </a:cubicBezTo>
                  <a:cubicBezTo>
                    <a:pt x="3105" y="14649"/>
                    <a:pt x="2650" y="14729"/>
                    <a:pt x="2231" y="15148"/>
                  </a:cubicBezTo>
                  <a:cubicBezTo>
                    <a:pt x="1803" y="15568"/>
                    <a:pt x="1722" y="16040"/>
                    <a:pt x="1651" y="16415"/>
                  </a:cubicBezTo>
                  <a:cubicBezTo>
                    <a:pt x="1588" y="16754"/>
                    <a:pt x="1544" y="17013"/>
                    <a:pt x="1294" y="17271"/>
                  </a:cubicBezTo>
                  <a:cubicBezTo>
                    <a:pt x="1133" y="17432"/>
                    <a:pt x="1133" y="17691"/>
                    <a:pt x="1294" y="17851"/>
                  </a:cubicBezTo>
                  <a:cubicBezTo>
                    <a:pt x="1374" y="17932"/>
                    <a:pt x="1481" y="17976"/>
                    <a:pt x="1588" y="17976"/>
                  </a:cubicBezTo>
                  <a:cubicBezTo>
                    <a:pt x="1687" y="17976"/>
                    <a:pt x="1794" y="17932"/>
                    <a:pt x="1874" y="17851"/>
                  </a:cubicBezTo>
                  <a:cubicBezTo>
                    <a:pt x="2311" y="17414"/>
                    <a:pt x="2400" y="16941"/>
                    <a:pt x="2463" y="16558"/>
                  </a:cubicBezTo>
                  <a:cubicBezTo>
                    <a:pt x="2525" y="16228"/>
                    <a:pt x="2570" y="15969"/>
                    <a:pt x="2811" y="15728"/>
                  </a:cubicBezTo>
                  <a:cubicBezTo>
                    <a:pt x="3043" y="15496"/>
                    <a:pt x="3283" y="15452"/>
                    <a:pt x="3622" y="15398"/>
                  </a:cubicBezTo>
                  <a:cubicBezTo>
                    <a:pt x="4006" y="15327"/>
                    <a:pt x="4479" y="15246"/>
                    <a:pt x="4934" y="14800"/>
                  </a:cubicBezTo>
                  <a:cubicBezTo>
                    <a:pt x="5308" y="14417"/>
                    <a:pt x="5424" y="14024"/>
                    <a:pt x="5478" y="13694"/>
                  </a:cubicBezTo>
                  <a:cubicBezTo>
                    <a:pt x="5621" y="14033"/>
                    <a:pt x="5799" y="14336"/>
                    <a:pt x="6022" y="14613"/>
                  </a:cubicBezTo>
                  <a:cubicBezTo>
                    <a:pt x="5781" y="14970"/>
                    <a:pt x="5728" y="15318"/>
                    <a:pt x="5683" y="15603"/>
                  </a:cubicBezTo>
                  <a:cubicBezTo>
                    <a:pt x="5630" y="15942"/>
                    <a:pt x="5594" y="16174"/>
                    <a:pt x="5335" y="16433"/>
                  </a:cubicBezTo>
                  <a:cubicBezTo>
                    <a:pt x="5068" y="16700"/>
                    <a:pt x="4800" y="16745"/>
                    <a:pt x="4470" y="16799"/>
                  </a:cubicBezTo>
                  <a:cubicBezTo>
                    <a:pt x="4095" y="16870"/>
                    <a:pt x="3631" y="16950"/>
                    <a:pt x="3212" y="17370"/>
                  </a:cubicBezTo>
                  <a:cubicBezTo>
                    <a:pt x="2793" y="17789"/>
                    <a:pt x="2704" y="18262"/>
                    <a:pt x="2641" y="18636"/>
                  </a:cubicBezTo>
                  <a:cubicBezTo>
                    <a:pt x="2579" y="18975"/>
                    <a:pt x="2534" y="19234"/>
                    <a:pt x="2284" y="19493"/>
                  </a:cubicBezTo>
                  <a:cubicBezTo>
                    <a:pt x="2026" y="19743"/>
                    <a:pt x="1767" y="19787"/>
                    <a:pt x="1428" y="19850"/>
                  </a:cubicBezTo>
                  <a:cubicBezTo>
                    <a:pt x="1044" y="19921"/>
                    <a:pt x="580" y="20001"/>
                    <a:pt x="161" y="20421"/>
                  </a:cubicBezTo>
                  <a:cubicBezTo>
                    <a:pt x="0" y="20581"/>
                    <a:pt x="0" y="20849"/>
                    <a:pt x="161" y="21009"/>
                  </a:cubicBezTo>
                  <a:cubicBezTo>
                    <a:pt x="241" y="21090"/>
                    <a:pt x="348" y="21125"/>
                    <a:pt x="447" y="21125"/>
                  </a:cubicBezTo>
                  <a:cubicBezTo>
                    <a:pt x="554" y="21125"/>
                    <a:pt x="661" y="21090"/>
                    <a:pt x="741" y="21009"/>
                  </a:cubicBezTo>
                  <a:cubicBezTo>
                    <a:pt x="982" y="20768"/>
                    <a:pt x="1240" y="20724"/>
                    <a:pt x="1571" y="20661"/>
                  </a:cubicBezTo>
                  <a:cubicBezTo>
                    <a:pt x="1954" y="20590"/>
                    <a:pt x="2427" y="20510"/>
                    <a:pt x="2864" y="20073"/>
                  </a:cubicBezTo>
                  <a:cubicBezTo>
                    <a:pt x="3301" y="19635"/>
                    <a:pt x="3382" y="19163"/>
                    <a:pt x="3453" y="18779"/>
                  </a:cubicBezTo>
                  <a:cubicBezTo>
                    <a:pt x="3515" y="18449"/>
                    <a:pt x="3560" y="18190"/>
                    <a:pt x="3801" y="17949"/>
                  </a:cubicBezTo>
                  <a:cubicBezTo>
                    <a:pt x="4033" y="17717"/>
                    <a:pt x="4274" y="17673"/>
                    <a:pt x="4604" y="17619"/>
                  </a:cubicBezTo>
                  <a:cubicBezTo>
                    <a:pt x="4987" y="17548"/>
                    <a:pt x="5469" y="17468"/>
                    <a:pt x="5924" y="17013"/>
                  </a:cubicBezTo>
                  <a:cubicBezTo>
                    <a:pt x="6370" y="16576"/>
                    <a:pt x="6441" y="16112"/>
                    <a:pt x="6495" y="15737"/>
                  </a:cubicBezTo>
                  <a:cubicBezTo>
                    <a:pt x="6531" y="15532"/>
                    <a:pt x="6557" y="15371"/>
                    <a:pt x="6629" y="15211"/>
                  </a:cubicBezTo>
                  <a:cubicBezTo>
                    <a:pt x="6995" y="15478"/>
                    <a:pt x="7405" y="15683"/>
                    <a:pt x="7860" y="15817"/>
                  </a:cubicBezTo>
                  <a:cubicBezTo>
                    <a:pt x="7744" y="16076"/>
                    <a:pt x="7699" y="16335"/>
                    <a:pt x="7673" y="16549"/>
                  </a:cubicBezTo>
                  <a:cubicBezTo>
                    <a:pt x="7619" y="16879"/>
                    <a:pt x="7574" y="17120"/>
                    <a:pt x="7325" y="17378"/>
                  </a:cubicBezTo>
                  <a:cubicBezTo>
                    <a:pt x="7057" y="17637"/>
                    <a:pt x="6789" y="17691"/>
                    <a:pt x="6450" y="17744"/>
                  </a:cubicBezTo>
                  <a:cubicBezTo>
                    <a:pt x="6085" y="17807"/>
                    <a:pt x="5621" y="17887"/>
                    <a:pt x="5201" y="18306"/>
                  </a:cubicBezTo>
                  <a:cubicBezTo>
                    <a:pt x="4782" y="18734"/>
                    <a:pt x="4693" y="19198"/>
                    <a:pt x="4630" y="19573"/>
                  </a:cubicBezTo>
                  <a:cubicBezTo>
                    <a:pt x="4568" y="19912"/>
                    <a:pt x="4514" y="20180"/>
                    <a:pt x="4265" y="20429"/>
                  </a:cubicBezTo>
                  <a:cubicBezTo>
                    <a:pt x="4104" y="20590"/>
                    <a:pt x="4104" y="20858"/>
                    <a:pt x="4265" y="21018"/>
                  </a:cubicBezTo>
                  <a:cubicBezTo>
                    <a:pt x="4345" y="21099"/>
                    <a:pt x="4452" y="21134"/>
                    <a:pt x="4559" y="21134"/>
                  </a:cubicBezTo>
                  <a:cubicBezTo>
                    <a:pt x="4666" y="21134"/>
                    <a:pt x="4773" y="21099"/>
                    <a:pt x="4853" y="21018"/>
                  </a:cubicBezTo>
                  <a:cubicBezTo>
                    <a:pt x="5282" y="20581"/>
                    <a:pt x="5371" y="20108"/>
                    <a:pt x="5442" y="19725"/>
                  </a:cubicBezTo>
                  <a:cubicBezTo>
                    <a:pt x="5496" y="19395"/>
                    <a:pt x="5540" y="19136"/>
                    <a:pt x="5781" y="18895"/>
                  </a:cubicBezTo>
                  <a:cubicBezTo>
                    <a:pt x="6022" y="18654"/>
                    <a:pt x="6263" y="18618"/>
                    <a:pt x="6593" y="18556"/>
                  </a:cubicBezTo>
                  <a:cubicBezTo>
                    <a:pt x="6977" y="18494"/>
                    <a:pt x="7458" y="18413"/>
                    <a:pt x="7904" y="17958"/>
                  </a:cubicBezTo>
                  <a:cubicBezTo>
                    <a:pt x="8351" y="17512"/>
                    <a:pt x="8422" y="17048"/>
                    <a:pt x="8484" y="16683"/>
                  </a:cubicBezTo>
                  <a:cubicBezTo>
                    <a:pt x="8529" y="16406"/>
                    <a:pt x="8565" y="16192"/>
                    <a:pt x="8716" y="15978"/>
                  </a:cubicBezTo>
                  <a:cubicBezTo>
                    <a:pt x="8886" y="15996"/>
                    <a:pt x="9055" y="16005"/>
                    <a:pt x="9234" y="16005"/>
                  </a:cubicBezTo>
                  <a:cubicBezTo>
                    <a:pt x="9796" y="16005"/>
                    <a:pt x="10393" y="15924"/>
                    <a:pt x="11027" y="15755"/>
                  </a:cubicBezTo>
                  <a:cubicBezTo>
                    <a:pt x="11428" y="15657"/>
                    <a:pt x="12222" y="15362"/>
                    <a:pt x="12222" y="15362"/>
                  </a:cubicBezTo>
                  <a:lnTo>
                    <a:pt x="12222" y="16406"/>
                  </a:lnTo>
                  <a:cubicBezTo>
                    <a:pt x="12222" y="16611"/>
                    <a:pt x="12365" y="16799"/>
                    <a:pt x="12570" y="16825"/>
                  </a:cubicBezTo>
                  <a:cubicBezTo>
                    <a:pt x="12591" y="16828"/>
                    <a:pt x="12611" y="16830"/>
                    <a:pt x="12631" y="16830"/>
                  </a:cubicBezTo>
                  <a:cubicBezTo>
                    <a:pt x="12863" y="16830"/>
                    <a:pt x="13052" y="16645"/>
                    <a:pt x="13052" y="16415"/>
                  </a:cubicBezTo>
                  <a:lnTo>
                    <a:pt x="13052" y="14979"/>
                  </a:lnTo>
                  <a:cubicBezTo>
                    <a:pt x="14212" y="14399"/>
                    <a:pt x="15336" y="13587"/>
                    <a:pt x="16335" y="12641"/>
                  </a:cubicBezTo>
                  <a:lnTo>
                    <a:pt x="17236" y="13534"/>
                  </a:lnTo>
                  <a:cubicBezTo>
                    <a:pt x="17316" y="13614"/>
                    <a:pt x="17423" y="13658"/>
                    <a:pt x="17521" y="13658"/>
                  </a:cubicBezTo>
                  <a:cubicBezTo>
                    <a:pt x="17646" y="13658"/>
                    <a:pt x="17771" y="13596"/>
                    <a:pt x="17860" y="13489"/>
                  </a:cubicBezTo>
                  <a:cubicBezTo>
                    <a:pt x="17985" y="13319"/>
                    <a:pt x="17959" y="13087"/>
                    <a:pt x="17807" y="12945"/>
                  </a:cubicBezTo>
                  <a:lnTo>
                    <a:pt x="16924" y="12053"/>
                  </a:lnTo>
                  <a:cubicBezTo>
                    <a:pt x="17932" y="10991"/>
                    <a:pt x="18788" y="9787"/>
                    <a:pt x="19386" y="8538"/>
                  </a:cubicBezTo>
                  <a:lnTo>
                    <a:pt x="20742" y="8538"/>
                  </a:lnTo>
                  <a:cubicBezTo>
                    <a:pt x="20947" y="8538"/>
                    <a:pt x="21134" y="8386"/>
                    <a:pt x="21161" y="8181"/>
                  </a:cubicBezTo>
                  <a:cubicBezTo>
                    <a:pt x="21206" y="7931"/>
                    <a:pt x="21001" y="7708"/>
                    <a:pt x="20760" y="7708"/>
                  </a:cubicBezTo>
                  <a:lnTo>
                    <a:pt x="19529" y="7708"/>
                  </a:lnTo>
                  <a:cubicBezTo>
                    <a:pt x="19529" y="7708"/>
                    <a:pt x="19422" y="7601"/>
                    <a:pt x="19350" y="7565"/>
                  </a:cubicBezTo>
                  <a:cubicBezTo>
                    <a:pt x="19299" y="7543"/>
                    <a:pt x="19245" y="7532"/>
                    <a:pt x="19191" y="7532"/>
                  </a:cubicBezTo>
                  <a:cubicBezTo>
                    <a:pt x="19030" y="7532"/>
                    <a:pt x="18873" y="7628"/>
                    <a:pt x="18806" y="7788"/>
                  </a:cubicBezTo>
                  <a:cubicBezTo>
                    <a:pt x="18788" y="7842"/>
                    <a:pt x="18761" y="7895"/>
                    <a:pt x="18735" y="7949"/>
                  </a:cubicBezTo>
                  <a:cubicBezTo>
                    <a:pt x="18735" y="7958"/>
                    <a:pt x="18735" y="7958"/>
                    <a:pt x="18735" y="7967"/>
                  </a:cubicBezTo>
                  <a:cubicBezTo>
                    <a:pt x="17281" y="11214"/>
                    <a:pt x="13980" y="14140"/>
                    <a:pt x="10822" y="14961"/>
                  </a:cubicBezTo>
                  <a:cubicBezTo>
                    <a:pt x="10258" y="15106"/>
                    <a:pt x="9726" y="15179"/>
                    <a:pt x="9235" y="15179"/>
                  </a:cubicBezTo>
                  <a:cubicBezTo>
                    <a:pt x="8249" y="15179"/>
                    <a:pt x="7429" y="14887"/>
                    <a:pt x="6852" y="14310"/>
                  </a:cubicBezTo>
                  <a:cubicBezTo>
                    <a:pt x="6281" y="13739"/>
                    <a:pt x="5986" y="12918"/>
                    <a:pt x="5986" y="11928"/>
                  </a:cubicBezTo>
                  <a:cubicBezTo>
                    <a:pt x="5986" y="11437"/>
                    <a:pt x="6058" y="10911"/>
                    <a:pt x="6209" y="10349"/>
                  </a:cubicBezTo>
                  <a:cubicBezTo>
                    <a:pt x="7164" y="6664"/>
                    <a:pt x="10938" y="2891"/>
                    <a:pt x="14622" y="1936"/>
                  </a:cubicBezTo>
                  <a:cubicBezTo>
                    <a:pt x="15183" y="1789"/>
                    <a:pt x="15713" y="1717"/>
                    <a:pt x="16204" y="1717"/>
                  </a:cubicBezTo>
                  <a:cubicBezTo>
                    <a:pt x="17110" y="1717"/>
                    <a:pt x="17879" y="1964"/>
                    <a:pt x="18440" y="2445"/>
                  </a:cubicBezTo>
                  <a:cubicBezTo>
                    <a:pt x="19100" y="3007"/>
                    <a:pt x="19448" y="3899"/>
                    <a:pt x="19448" y="4978"/>
                  </a:cubicBezTo>
                  <a:cubicBezTo>
                    <a:pt x="19448" y="5148"/>
                    <a:pt x="19439" y="5326"/>
                    <a:pt x="19422" y="5514"/>
                  </a:cubicBezTo>
                  <a:cubicBezTo>
                    <a:pt x="19422" y="5522"/>
                    <a:pt x="19422" y="5540"/>
                    <a:pt x="19422" y="5549"/>
                  </a:cubicBezTo>
                  <a:cubicBezTo>
                    <a:pt x="19422" y="5763"/>
                    <a:pt x="19582" y="5942"/>
                    <a:pt x="19796" y="5960"/>
                  </a:cubicBezTo>
                  <a:cubicBezTo>
                    <a:pt x="19812" y="5961"/>
                    <a:pt x="19827" y="5962"/>
                    <a:pt x="19843" y="5962"/>
                  </a:cubicBezTo>
                  <a:cubicBezTo>
                    <a:pt x="20047" y="5962"/>
                    <a:pt x="20226" y="5801"/>
                    <a:pt x="20242" y="5594"/>
                  </a:cubicBezTo>
                  <a:cubicBezTo>
                    <a:pt x="20269" y="5380"/>
                    <a:pt x="20278" y="5175"/>
                    <a:pt x="20278" y="4969"/>
                  </a:cubicBezTo>
                  <a:cubicBezTo>
                    <a:pt x="20278" y="3917"/>
                    <a:pt x="19993" y="3007"/>
                    <a:pt x="19448" y="2302"/>
                  </a:cubicBezTo>
                  <a:lnTo>
                    <a:pt x="21045" y="705"/>
                  </a:lnTo>
                  <a:cubicBezTo>
                    <a:pt x="21206" y="545"/>
                    <a:pt x="21206" y="286"/>
                    <a:pt x="21045" y="125"/>
                  </a:cubicBezTo>
                  <a:cubicBezTo>
                    <a:pt x="20965" y="45"/>
                    <a:pt x="20858" y="5"/>
                    <a:pt x="20751" y="5"/>
                  </a:cubicBezTo>
                  <a:cubicBezTo>
                    <a:pt x="20644" y="5"/>
                    <a:pt x="20537" y="45"/>
                    <a:pt x="20456" y="125"/>
                  </a:cubicBezTo>
                  <a:lnTo>
                    <a:pt x="18860" y="1722"/>
                  </a:lnTo>
                  <a:cubicBezTo>
                    <a:pt x="18157" y="1170"/>
                    <a:pt x="17246" y="891"/>
                    <a:pt x="16202" y="891"/>
                  </a:cubicBezTo>
                  <a:cubicBezTo>
                    <a:pt x="15642" y="891"/>
                    <a:pt x="15043" y="971"/>
                    <a:pt x="14417" y="1133"/>
                  </a:cubicBezTo>
                  <a:cubicBezTo>
                    <a:pt x="13962" y="1249"/>
                    <a:pt x="13498" y="1410"/>
                    <a:pt x="13052" y="1606"/>
                  </a:cubicBezTo>
                  <a:lnTo>
                    <a:pt x="13052" y="420"/>
                  </a:lnTo>
                  <a:cubicBezTo>
                    <a:pt x="13043" y="188"/>
                    <a:pt x="12856" y="0"/>
                    <a:pt x="126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C8A506B2-7C17-4A7D-A616-D2CE51F2A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0" y="2921144"/>
            <a:ext cx="2957269" cy="17847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91913D3-9E0A-4936-B965-9320AA093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11" y="2796191"/>
            <a:ext cx="2953052" cy="19663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1FB042D-33E8-439C-BF70-D534280A8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4065" r="70672" b="7810"/>
          <a:stretch/>
        </p:blipFill>
        <p:spPr bwMode="auto">
          <a:xfrm>
            <a:off x="3472457" y="2637569"/>
            <a:ext cx="1998299" cy="2481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" name="Google Shape;4147;p51"/>
          <p:cNvSpPr txBox="1">
            <a:spLocks noGrp="1"/>
          </p:cNvSpPr>
          <p:nvPr>
            <p:ph type="title"/>
          </p:nvPr>
        </p:nvSpPr>
        <p:spPr>
          <a:xfrm>
            <a:off x="4041339" y="-225621"/>
            <a:ext cx="4585926" cy="24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dk1"/>
                </a:solidFill>
              </a:rPr>
              <a:t>PRUEBAS</a:t>
            </a:r>
            <a:endParaRPr sz="6000" dirty="0">
              <a:solidFill>
                <a:schemeClr val="dk1"/>
              </a:solidFill>
            </a:endParaRPr>
          </a:p>
        </p:txBody>
      </p:sp>
      <p:grpSp>
        <p:nvGrpSpPr>
          <p:cNvPr id="4148" name="Google Shape;4148;p51"/>
          <p:cNvGrpSpPr/>
          <p:nvPr/>
        </p:nvGrpSpPr>
        <p:grpSpPr>
          <a:xfrm flipH="1">
            <a:off x="720000" y="540004"/>
            <a:ext cx="2089700" cy="1785525"/>
            <a:chOff x="6151700" y="540000"/>
            <a:chExt cx="2089700" cy="1785525"/>
          </a:xfrm>
        </p:grpSpPr>
        <p:grpSp>
          <p:nvGrpSpPr>
            <p:cNvPr id="4149" name="Google Shape;4149;p51"/>
            <p:cNvGrpSpPr/>
            <p:nvPr/>
          </p:nvGrpSpPr>
          <p:grpSpPr>
            <a:xfrm>
              <a:off x="6496375" y="540000"/>
              <a:ext cx="1745025" cy="1785525"/>
              <a:chOff x="5299625" y="820625"/>
              <a:chExt cx="1745025" cy="1785525"/>
            </a:xfrm>
          </p:grpSpPr>
          <p:sp>
            <p:nvSpPr>
              <p:cNvPr id="4150" name="Google Shape;4150;p51"/>
              <p:cNvSpPr/>
              <p:nvPr/>
            </p:nvSpPr>
            <p:spPr>
              <a:xfrm>
                <a:off x="5299625" y="820625"/>
                <a:ext cx="1745025" cy="1785525"/>
              </a:xfrm>
              <a:custGeom>
                <a:avLst/>
                <a:gdLst/>
                <a:ahLst/>
                <a:cxnLst/>
                <a:rect l="l" t="t" r="r" b="b"/>
                <a:pathLst>
                  <a:path w="69801" h="71421" fill="none" extrusionOk="0">
                    <a:moveTo>
                      <a:pt x="4132" y="11550"/>
                    </a:moveTo>
                    <a:cubicBezTo>
                      <a:pt x="2854" y="13285"/>
                      <a:pt x="2100" y="15225"/>
                      <a:pt x="2351" y="17416"/>
                    </a:cubicBezTo>
                    <a:cubicBezTo>
                      <a:pt x="2808" y="21661"/>
                      <a:pt x="7008" y="24811"/>
                      <a:pt x="7396" y="29080"/>
                    </a:cubicBezTo>
                    <a:cubicBezTo>
                      <a:pt x="7921" y="35128"/>
                      <a:pt x="708" y="39442"/>
                      <a:pt x="297" y="45514"/>
                    </a:cubicBezTo>
                    <a:cubicBezTo>
                      <a:pt x="0" y="49782"/>
                      <a:pt x="3401" y="53617"/>
                      <a:pt x="7373" y="55260"/>
                    </a:cubicBezTo>
                    <a:cubicBezTo>
                      <a:pt x="11824" y="57109"/>
                      <a:pt x="17279" y="55488"/>
                      <a:pt x="21296" y="57931"/>
                    </a:cubicBezTo>
                    <a:cubicBezTo>
                      <a:pt x="26021" y="60761"/>
                      <a:pt x="25839" y="68659"/>
                      <a:pt x="31157" y="70416"/>
                    </a:cubicBezTo>
                    <a:cubicBezTo>
                      <a:pt x="34193" y="71420"/>
                      <a:pt x="37525" y="69229"/>
                      <a:pt x="38986" y="66376"/>
                    </a:cubicBezTo>
                    <a:cubicBezTo>
                      <a:pt x="40447" y="63523"/>
                      <a:pt x="40538" y="60213"/>
                      <a:pt x="40789" y="57018"/>
                    </a:cubicBezTo>
                    <a:cubicBezTo>
                      <a:pt x="41109" y="52886"/>
                      <a:pt x="41337" y="49417"/>
                      <a:pt x="45446" y="47180"/>
                    </a:cubicBezTo>
                    <a:cubicBezTo>
                      <a:pt x="48276" y="45651"/>
                      <a:pt x="51540" y="45240"/>
                      <a:pt x="54576" y="44190"/>
                    </a:cubicBezTo>
                    <a:cubicBezTo>
                      <a:pt x="59985" y="42341"/>
                      <a:pt x="64619" y="38347"/>
                      <a:pt x="67267" y="33279"/>
                    </a:cubicBezTo>
                    <a:cubicBezTo>
                      <a:pt x="69367" y="29262"/>
                      <a:pt x="69800" y="23510"/>
                      <a:pt x="66080" y="20931"/>
                    </a:cubicBezTo>
                    <a:cubicBezTo>
                      <a:pt x="63866" y="19379"/>
                      <a:pt x="60853" y="19539"/>
                      <a:pt x="58251" y="20223"/>
                    </a:cubicBezTo>
                    <a:cubicBezTo>
                      <a:pt x="53252" y="21524"/>
                      <a:pt x="47751" y="23921"/>
                      <a:pt x="42729" y="21045"/>
                    </a:cubicBezTo>
                    <a:cubicBezTo>
                      <a:pt x="38438" y="18580"/>
                      <a:pt x="38256" y="12897"/>
                      <a:pt x="35973" y="8879"/>
                    </a:cubicBezTo>
                    <a:cubicBezTo>
                      <a:pt x="33987" y="5433"/>
                      <a:pt x="30906" y="2397"/>
                      <a:pt x="27048" y="1415"/>
                    </a:cubicBezTo>
                    <a:cubicBezTo>
                      <a:pt x="21570" y="0"/>
                      <a:pt x="15978" y="2808"/>
                      <a:pt x="11116" y="5707"/>
                    </a:cubicBezTo>
                    <a:cubicBezTo>
                      <a:pt x="8560" y="7236"/>
                      <a:pt x="5867" y="9199"/>
                      <a:pt x="4132" y="11550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1" name="Google Shape;4151;p51"/>
              <p:cNvSpPr/>
              <p:nvPr/>
            </p:nvSpPr>
            <p:spPr>
              <a:xfrm>
                <a:off x="5353825" y="849725"/>
                <a:ext cx="1653150" cy="1706200"/>
              </a:xfrm>
              <a:custGeom>
                <a:avLst/>
                <a:gdLst/>
                <a:ahLst/>
                <a:cxnLst/>
                <a:rect l="l" t="t" r="r" b="b"/>
                <a:pathLst>
                  <a:path w="66126" h="68248" fill="none" extrusionOk="0">
                    <a:moveTo>
                      <a:pt x="3242" y="11002"/>
                    </a:moveTo>
                    <a:cubicBezTo>
                      <a:pt x="2055" y="12646"/>
                      <a:pt x="1348" y="14494"/>
                      <a:pt x="1553" y="16549"/>
                    </a:cubicBezTo>
                    <a:cubicBezTo>
                      <a:pt x="1827" y="19425"/>
                      <a:pt x="3836" y="21776"/>
                      <a:pt x="5114" y="24378"/>
                    </a:cubicBezTo>
                    <a:cubicBezTo>
                      <a:pt x="5639" y="25405"/>
                      <a:pt x="6027" y="26478"/>
                      <a:pt x="6141" y="27642"/>
                    </a:cubicBezTo>
                    <a:cubicBezTo>
                      <a:pt x="6666" y="33371"/>
                      <a:pt x="1" y="37502"/>
                      <a:pt x="24" y="43163"/>
                    </a:cubicBezTo>
                    <a:cubicBezTo>
                      <a:pt x="24" y="45331"/>
                      <a:pt x="891" y="47180"/>
                      <a:pt x="2101" y="49029"/>
                    </a:cubicBezTo>
                    <a:cubicBezTo>
                      <a:pt x="3242" y="50832"/>
                      <a:pt x="4817" y="52316"/>
                      <a:pt x="6757" y="53252"/>
                    </a:cubicBezTo>
                    <a:cubicBezTo>
                      <a:pt x="10706" y="55146"/>
                      <a:pt x="15636" y="54005"/>
                      <a:pt x="19494" y="55740"/>
                    </a:cubicBezTo>
                    <a:cubicBezTo>
                      <a:pt x="19722" y="55831"/>
                      <a:pt x="19927" y="55945"/>
                      <a:pt x="20133" y="56059"/>
                    </a:cubicBezTo>
                    <a:cubicBezTo>
                      <a:pt x="24744" y="58616"/>
                      <a:pt x="24880" y="65577"/>
                      <a:pt x="30039" y="67289"/>
                    </a:cubicBezTo>
                    <a:cubicBezTo>
                      <a:pt x="32961" y="68248"/>
                      <a:pt x="36111" y="66376"/>
                      <a:pt x="37571" y="63888"/>
                    </a:cubicBezTo>
                    <a:cubicBezTo>
                      <a:pt x="39055" y="61400"/>
                      <a:pt x="39306" y="58479"/>
                      <a:pt x="39694" y="55511"/>
                    </a:cubicBezTo>
                    <a:cubicBezTo>
                      <a:pt x="40151" y="52019"/>
                      <a:pt x="40379" y="48892"/>
                      <a:pt x="43141" y="46655"/>
                    </a:cubicBezTo>
                    <a:cubicBezTo>
                      <a:pt x="43437" y="46427"/>
                      <a:pt x="43734" y="46199"/>
                      <a:pt x="44077" y="45993"/>
                    </a:cubicBezTo>
                    <a:cubicBezTo>
                      <a:pt x="46587" y="44441"/>
                      <a:pt x="49486" y="43916"/>
                      <a:pt x="52202" y="42775"/>
                    </a:cubicBezTo>
                    <a:cubicBezTo>
                      <a:pt x="57064" y="40766"/>
                      <a:pt x="61447" y="36795"/>
                      <a:pt x="64094" y="31979"/>
                    </a:cubicBezTo>
                    <a:cubicBezTo>
                      <a:pt x="65190" y="29993"/>
                      <a:pt x="66034" y="27665"/>
                      <a:pt x="66080" y="25382"/>
                    </a:cubicBezTo>
                    <a:cubicBezTo>
                      <a:pt x="66126" y="22871"/>
                      <a:pt x="65144" y="20475"/>
                      <a:pt x="63044" y="19174"/>
                    </a:cubicBezTo>
                    <a:cubicBezTo>
                      <a:pt x="60830" y="17804"/>
                      <a:pt x="58000" y="17964"/>
                      <a:pt x="55489" y="18694"/>
                    </a:cubicBezTo>
                    <a:cubicBezTo>
                      <a:pt x="51381" y="19881"/>
                      <a:pt x="46953" y="21867"/>
                      <a:pt x="42661" y="20680"/>
                    </a:cubicBezTo>
                    <a:cubicBezTo>
                      <a:pt x="41954" y="20475"/>
                      <a:pt x="41269" y="20201"/>
                      <a:pt x="40561" y="19813"/>
                    </a:cubicBezTo>
                    <a:cubicBezTo>
                      <a:pt x="36430" y="17507"/>
                      <a:pt x="36042" y="12098"/>
                      <a:pt x="33759" y="8309"/>
                    </a:cubicBezTo>
                    <a:cubicBezTo>
                      <a:pt x="31797" y="5045"/>
                      <a:pt x="28829" y="2237"/>
                      <a:pt x="25132" y="1324"/>
                    </a:cubicBezTo>
                    <a:cubicBezTo>
                      <a:pt x="19882" y="0"/>
                      <a:pt x="14518" y="2625"/>
                      <a:pt x="9907" y="5387"/>
                    </a:cubicBezTo>
                    <a:cubicBezTo>
                      <a:pt x="7465" y="6871"/>
                      <a:pt x="4885" y="8720"/>
                      <a:pt x="3242" y="11002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2" name="Google Shape;4152;p51"/>
              <p:cNvSpPr/>
              <p:nvPr/>
            </p:nvSpPr>
            <p:spPr>
              <a:xfrm>
                <a:off x="5391500" y="878825"/>
                <a:ext cx="1601225" cy="1627475"/>
              </a:xfrm>
              <a:custGeom>
                <a:avLst/>
                <a:gdLst/>
                <a:ahLst/>
                <a:cxnLst/>
                <a:rect l="l" t="t" r="r" b="b"/>
                <a:pathLst>
                  <a:path w="64049" h="65099" fill="none" extrusionOk="0">
                    <a:moveTo>
                      <a:pt x="3036" y="10454"/>
                    </a:moveTo>
                    <a:cubicBezTo>
                      <a:pt x="1918" y="12006"/>
                      <a:pt x="1256" y="13741"/>
                      <a:pt x="1393" y="15681"/>
                    </a:cubicBezTo>
                    <a:cubicBezTo>
                      <a:pt x="1621" y="18375"/>
                      <a:pt x="3424" y="20657"/>
                      <a:pt x="4588" y="23122"/>
                    </a:cubicBezTo>
                    <a:cubicBezTo>
                      <a:pt x="5068" y="24104"/>
                      <a:pt x="5433" y="25108"/>
                      <a:pt x="5524" y="26204"/>
                    </a:cubicBezTo>
                    <a:cubicBezTo>
                      <a:pt x="6072" y="31591"/>
                      <a:pt x="0" y="35562"/>
                      <a:pt x="388" y="40835"/>
                    </a:cubicBezTo>
                    <a:cubicBezTo>
                      <a:pt x="548" y="43026"/>
                      <a:pt x="1530" y="44715"/>
                      <a:pt x="2625" y="46701"/>
                    </a:cubicBezTo>
                    <a:cubicBezTo>
                      <a:pt x="3630" y="48595"/>
                      <a:pt x="4885" y="50170"/>
                      <a:pt x="6825" y="51243"/>
                    </a:cubicBezTo>
                    <a:cubicBezTo>
                      <a:pt x="10454" y="53275"/>
                      <a:pt x="15248" y="52339"/>
                      <a:pt x="19014" y="53914"/>
                    </a:cubicBezTo>
                    <a:cubicBezTo>
                      <a:pt x="19219" y="54005"/>
                      <a:pt x="19425" y="54096"/>
                      <a:pt x="19630" y="54188"/>
                    </a:cubicBezTo>
                    <a:cubicBezTo>
                      <a:pt x="24127" y="56470"/>
                      <a:pt x="24606" y="62519"/>
                      <a:pt x="29582" y="64162"/>
                    </a:cubicBezTo>
                    <a:cubicBezTo>
                      <a:pt x="32389" y="65098"/>
                      <a:pt x="35357" y="63546"/>
                      <a:pt x="36840" y="61423"/>
                    </a:cubicBezTo>
                    <a:cubicBezTo>
                      <a:pt x="38324" y="59278"/>
                      <a:pt x="38758" y="56721"/>
                      <a:pt x="39283" y="54005"/>
                    </a:cubicBezTo>
                    <a:cubicBezTo>
                      <a:pt x="39876" y="50787"/>
                      <a:pt x="40127" y="47705"/>
                      <a:pt x="42547" y="45468"/>
                    </a:cubicBezTo>
                    <a:cubicBezTo>
                      <a:pt x="42798" y="45240"/>
                      <a:pt x="43072" y="45012"/>
                      <a:pt x="43368" y="44806"/>
                    </a:cubicBezTo>
                    <a:cubicBezTo>
                      <a:pt x="45560" y="43209"/>
                      <a:pt x="48070" y="42570"/>
                      <a:pt x="50490" y="41360"/>
                    </a:cubicBezTo>
                    <a:cubicBezTo>
                      <a:pt x="54827" y="39191"/>
                      <a:pt x="58935" y="35265"/>
                      <a:pt x="61606" y="30678"/>
                    </a:cubicBezTo>
                    <a:cubicBezTo>
                      <a:pt x="62793" y="28600"/>
                      <a:pt x="63820" y="26249"/>
                      <a:pt x="63934" y="23830"/>
                    </a:cubicBezTo>
                    <a:cubicBezTo>
                      <a:pt x="64048" y="21228"/>
                      <a:pt x="62907" y="18649"/>
                      <a:pt x="60647" y="17416"/>
                    </a:cubicBezTo>
                    <a:cubicBezTo>
                      <a:pt x="58456" y="16206"/>
                      <a:pt x="55785" y="16412"/>
                      <a:pt x="53389" y="17165"/>
                    </a:cubicBezTo>
                    <a:cubicBezTo>
                      <a:pt x="49463" y="18420"/>
                      <a:pt x="45263" y="20452"/>
                      <a:pt x="41109" y="19379"/>
                    </a:cubicBezTo>
                    <a:cubicBezTo>
                      <a:pt x="40424" y="19196"/>
                      <a:pt x="39739" y="18945"/>
                      <a:pt x="39077" y="18580"/>
                    </a:cubicBezTo>
                    <a:cubicBezTo>
                      <a:pt x="35060" y="16435"/>
                      <a:pt x="34512" y="11322"/>
                      <a:pt x="32207" y="7715"/>
                    </a:cubicBezTo>
                    <a:cubicBezTo>
                      <a:pt x="30267" y="4680"/>
                      <a:pt x="27391" y="2078"/>
                      <a:pt x="23876" y="1210"/>
                    </a:cubicBezTo>
                    <a:cubicBezTo>
                      <a:pt x="18877" y="0"/>
                      <a:pt x="13741" y="2443"/>
                      <a:pt x="9359" y="5068"/>
                    </a:cubicBezTo>
                    <a:cubicBezTo>
                      <a:pt x="7031" y="6483"/>
                      <a:pt x="4588" y="8263"/>
                      <a:pt x="3036" y="10454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3" name="Google Shape;4153;p51"/>
              <p:cNvSpPr/>
              <p:nvPr/>
            </p:nvSpPr>
            <p:spPr>
              <a:xfrm>
                <a:off x="5430875" y="908500"/>
                <a:ext cx="1548150" cy="1547575"/>
              </a:xfrm>
              <a:custGeom>
                <a:avLst/>
                <a:gdLst/>
                <a:ahLst/>
                <a:cxnLst/>
                <a:rect l="l" t="t" r="r" b="b"/>
                <a:pathLst>
                  <a:path w="61926" h="61903" fill="none" extrusionOk="0">
                    <a:moveTo>
                      <a:pt x="2762" y="9861"/>
                    </a:moveTo>
                    <a:cubicBezTo>
                      <a:pt x="1712" y="11344"/>
                      <a:pt x="1073" y="12988"/>
                      <a:pt x="1187" y="14791"/>
                    </a:cubicBezTo>
                    <a:cubicBezTo>
                      <a:pt x="1347" y="17325"/>
                      <a:pt x="2945" y="19493"/>
                      <a:pt x="3995" y="21821"/>
                    </a:cubicBezTo>
                    <a:cubicBezTo>
                      <a:pt x="4428" y="22757"/>
                      <a:pt x="4748" y="23716"/>
                      <a:pt x="4862" y="24743"/>
                    </a:cubicBezTo>
                    <a:cubicBezTo>
                      <a:pt x="5410" y="29810"/>
                      <a:pt x="0" y="33622"/>
                      <a:pt x="708" y="38484"/>
                    </a:cubicBezTo>
                    <a:cubicBezTo>
                      <a:pt x="1027" y="40698"/>
                      <a:pt x="2123" y="42204"/>
                      <a:pt x="3082" y="44373"/>
                    </a:cubicBezTo>
                    <a:cubicBezTo>
                      <a:pt x="3926" y="46336"/>
                      <a:pt x="4908" y="48002"/>
                      <a:pt x="6825" y="49212"/>
                    </a:cubicBezTo>
                    <a:cubicBezTo>
                      <a:pt x="10158" y="51357"/>
                      <a:pt x="14791" y="50672"/>
                      <a:pt x="18443" y="52065"/>
                    </a:cubicBezTo>
                    <a:cubicBezTo>
                      <a:pt x="18649" y="52133"/>
                      <a:pt x="18854" y="52225"/>
                      <a:pt x="19059" y="52316"/>
                    </a:cubicBezTo>
                    <a:cubicBezTo>
                      <a:pt x="23465" y="54324"/>
                      <a:pt x="24241" y="59414"/>
                      <a:pt x="29034" y="61012"/>
                    </a:cubicBezTo>
                    <a:cubicBezTo>
                      <a:pt x="31750" y="61902"/>
                      <a:pt x="34558" y="60670"/>
                      <a:pt x="36041" y="58912"/>
                    </a:cubicBezTo>
                    <a:cubicBezTo>
                      <a:pt x="37525" y="57132"/>
                      <a:pt x="38141" y="54964"/>
                      <a:pt x="38780" y="52476"/>
                    </a:cubicBezTo>
                    <a:cubicBezTo>
                      <a:pt x="39534" y="49508"/>
                      <a:pt x="39830" y="46495"/>
                      <a:pt x="41908" y="44281"/>
                    </a:cubicBezTo>
                    <a:cubicBezTo>
                      <a:pt x="42113" y="44053"/>
                      <a:pt x="42341" y="43825"/>
                      <a:pt x="42592" y="43597"/>
                    </a:cubicBezTo>
                    <a:cubicBezTo>
                      <a:pt x="44487" y="41976"/>
                      <a:pt x="46610" y="41223"/>
                      <a:pt x="48732" y="39922"/>
                    </a:cubicBezTo>
                    <a:cubicBezTo>
                      <a:pt x="52521" y="37616"/>
                      <a:pt x="56356" y="33713"/>
                      <a:pt x="59027" y="29354"/>
                    </a:cubicBezTo>
                    <a:cubicBezTo>
                      <a:pt x="60328" y="27185"/>
                      <a:pt x="61560" y="24811"/>
                      <a:pt x="61743" y="22278"/>
                    </a:cubicBezTo>
                    <a:cubicBezTo>
                      <a:pt x="61925" y="19562"/>
                      <a:pt x="60624" y="16800"/>
                      <a:pt x="58205" y="15636"/>
                    </a:cubicBezTo>
                    <a:cubicBezTo>
                      <a:pt x="56036" y="14586"/>
                      <a:pt x="53503" y="14837"/>
                      <a:pt x="51220" y="15636"/>
                    </a:cubicBezTo>
                    <a:cubicBezTo>
                      <a:pt x="47477" y="16937"/>
                      <a:pt x="43505" y="19014"/>
                      <a:pt x="39488" y="18055"/>
                    </a:cubicBezTo>
                    <a:cubicBezTo>
                      <a:pt x="38826" y="17895"/>
                      <a:pt x="38164" y="17667"/>
                      <a:pt x="37502" y="17325"/>
                    </a:cubicBezTo>
                    <a:cubicBezTo>
                      <a:pt x="33645" y="15316"/>
                      <a:pt x="32892" y="10500"/>
                      <a:pt x="30586" y="7099"/>
                    </a:cubicBezTo>
                    <a:cubicBezTo>
                      <a:pt x="28646" y="4269"/>
                      <a:pt x="25907" y="1895"/>
                      <a:pt x="22552" y="1096"/>
                    </a:cubicBezTo>
                    <a:cubicBezTo>
                      <a:pt x="17781" y="0"/>
                      <a:pt x="12897" y="2214"/>
                      <a:pt x="8720" y="4725"/>
                    </a:cubicBezTo>
                    <a:cubicBezTo>
                      <a:pt x="6506" y="6072"/>
                      <a:pt x="4223" y="7784"/>
                      <a:pt x="2762" y="9861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4" name="Google Shape;4154;p51"/>
              <p:cNvSpPr/>
              <p:nvPr/>
            </p:nvSpPr>
            <p:spPr>
              <a:xfrm>
                <a:off x="5471375" y="937600"/>
                <a:ext cx="1493375" cy="1468250"/>
              </a:xfrm>
              <a:custGeom>
                <a:avLst/>
                <a:gdLst/>
                <a:ahLst/>
                <a:cxnLst/>
                <a:rect l="l" t="t" r="r" b="b"/>
                <a:pathLst>
                  <a:path w="59735" h="58730" fill="none" extrusionOk="0">
                    <a:moveTo>
                      <a:pt x="2443" y="9313"/>
                    </a:moveTo>
                    <a:cubicBezTo>
                      <a:pt x="1462" y="10705"/>
                      <a:pt x="868" y="12235"/>
                      <a:pt x="937" y="13924"/>
                    </a:cubicBezTo>
                    <a:cubicBezTo>
                      <a:pt x="1028" y="16298"/>
                      <a:pt x="2420" y="18352"/>
                      <a:pt x="3356" y="20566"/>
                    </a:cubicBezTo>
                    <a:cubicBezTo>
                      <a:pt x="3744" y="21433"/>
                      <a:pt x="4041" y="22346"/>
                      <a:pt x="4155" y="23305"/>
                    </a:cubicBezTo>
                    <a:cubicBezTo>
                      <a:pt x="4680" y="28030"/>
                      <a:pt x="1" y="31728"/>
                      <a:pt x="982" y="36156"/>
                    </a:cubicBezTo>
                    <a:cubicBezTo>
                      <a:pt x="1485" y="38415"/>
                      <a:pt x="2649" y="39694"/>
                      <a:pt x="3493" y="42045"/>
                    </a:cubicBezTo>
                    <a:cubicBezTo>
                      <a:pt x="4201" y="44076"/>
                      <a:pt x="4886" y="45834"/>
                      <a:pt x="6757" y="47203"/>
                    </a:cubicBezTo>
                    <a:cubicBezTo>
                      <a:pt x="9839" y="49417"/>
                      <a:pt x="14290" y="49006"/>
                      <a:pt x="17850" y="50239"/>
                    </a:cubicBezTo>
                    <a:cubicBezTo>
                      <a:pt x="18056" y="50284"/>
                      <a:pt x="18238" y="50376"/>
                      <a:pt x="18444" y="50444"/>
                    </a:cubicBezTo>
                    <a:cubicBezTo>
                      <a:pt x="22735" y="52179"/>
                      <a:pt x="23831" y="56356"/>
                      <a:pt x="28464" y="57862"/>
                    </a:cubicBezTo>
                    <a:cubicBezTo>
                      <a:pt x="31066" y="58730"/>
                      <a:pt x="33691" y="57840"/>
                      <a:pt x="35175" y="56424"/>
                    </a:cubicBezTo>
                    <a:cubicBezTo>
                      <a:pt x="36681" y="55009"/>
                      <a:pt x="37457" y="53229"/>
                      <a:pt x="38233" y="50946"/>
                    </a:cubicBezTo>
                    <a:cubicBezTo>
                      <a:pt x="39146" y="48276"/>
                      <a:pt x="39466" y="45309"/>
                      <a:pt x="41201" y="43095"/>
                    </a:cubicBezTo>
                    <a:cubicBezTo>
                      <a:pt x="41383" y="42866"/>
                      <a:pt x="41566" y="42638"/>
                      <a:pt x="41794" y="42410"/>
                    </a:cubicBezTo>
                    <a:cubicBezTo>
                      <a:pt x="43369" y="40766"/>
                      <a:pt x="45081" y="39876"/>
                      <a:pt x="46907" y="38507"/>
                    </a:cubicBezTo>
                    <a:cubicBezTo>
                      <a:pt x="50148" y="36042"/>
                      <a:pt x="53777" y="32184"/>
                      <a:pt x="56402" y="28053"/>
                    </a:cubicBezTo>
                    <a:cubicBezTo>
                      <a:pt x="57840" y="25816"/>
                      <a:pt x="59255" y="23396"/>
                      <a:pt x="59484" y="20726"/>
                    </a:cubicBezTo>
                    <a:cubicBezTo>
                      <a:pt x="59735" y="17918"/>
                      <a:pt x="58274" y="14974"/>
                      <a:pt x="55717" y="13878"/>
                    </a:cubicBezTo>
                    <a:cubicBezTo>
                      <a:pt x="53572" y="12988"/>
                      <a:pt x="51175" y="13262"/>
                      <a:pt x="49007" y="14106"/>
                    </a:cubicBezTo>
                    <a:cubicBezTo>
                      <a:pt x="45423" y="15476"/>
                      <a:pt x="41703" y="17599"/>
                      <a:pt x="37822" y="16754"/>
                    </a:cubicBezTo>
                    <a:cubicBezTo>
                      <a:pt x="37160" y="16617"/>
                      <a:pt x="36521" y="16389"/>
                      <a:pt x="35905" y="16092"/>
                    </a:cubicBezTo>
                    <a:cubicBezTo>
                      <a:pt x="32185" y="14243"/>
                      <a:pt x="31226" y="9701"/>
                      <a:pt x="28898" y="6506"/>
                    </a:cubicBezTo>
                    <a:cubicBezTo>
                      <a:pt x="27003" y="3904"/>
                      <a:pt x="24355" y="1735"/>
                      <a:pt x="21183" y="1005"/>
                    </a:cubicBezTo>
                    <a:cubicBezTo>
                      <a:pt x="16641" y="0"/>
                      <a:pt x="12007" y="2032"/>
                      <a:pt x="8058" y="4429"/>
                    </a:cubicBezTo>
                    <a:cubicBezTo>
                      <a:pt x="5958" y="5684"/>
                      <a:pt x="3836" y="7327"/>
                      <a:pt x="2443" y="9313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5" name="Google Shape;4155;p51"/>
              <p:cNvSpPr/>
              <p:nvPr/>
            </p:nvSpPr>
            <p:spPr>
              <a:xfrm>
                <a:off x="5513050" y="966700"/>
                <a:ext cx="14380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57520" h="55558" fill="none" extrusionOk="0">
                    <a:moveTo>
                      <a:pt x="2054" y="8765"/>
                    </a:moveTo>
                    <a:cubicBezTo>
                      <a:pt x="1164" y="10066"/>
                      <a:pt x="616" y="11482"/>
                      <a:pt x="639" y="13057"/>
                    </a:cubicBezTo>
                    <a:cubicBezTo>
                      <a:pt x="685" y="15271"/>
                      <a:pt x="1849" y="17211"/>
                      <a:pt x="2671" y="19288"/>
                    </a:cubicBezTo>
                    <a:cubicBezTo>
                      <a:pt x="3013" y="20132"/>
                      <a:pt x="3264" y="20977"/>
                      <a:pt x="3378" y="21867"/>
                    </a:cubicBezTo>
                    <a:cubicBezTo>
                      <a:pt x="3926" y="26272"/>
                      <a:pt x="0" y="29810"/>
                      <a:pt x="1210" y="33805"/>
                    </a:cubicBezTo>
                    <a:cubicBezTo>
                      <a:pt x="1895" y="36156"/>
                      <a:pt x="3150" y="37206"/>
                      <a:pt x="3858" y="39716"/>
                    </a:cubicBezTo>
                    <a:cubicBezTo>
                      <a:pt x="4451" y="41839"/>
                      <a:pt x="4816" y="43665"/>
                      <a:pt x="6665" y="45195"/>
                    </a:cubicBezTo>
                    <a:cubicBezTo>
                      <a:pt x="9450" y="47500"/>
                      <a:pt x="13718" y="47363"/>
                      <a:pt x="17188" y="48390"/>
                    </a:cubicBezTo>
                    <a:cubicBezTo>
                      <a:pt x="17393" y="48459"/>
                      <a:pt x="17576" y="48527"/>
                      <a:pt x="17781" y="48573"/>
                    </a:cubicBezTo>
                    <a:cubicBezTo>
                      <a:pt x="21958" y="50033"/>
                      <a:pt x="23373" y="53275"/>
                      <a:pt x="27847" y="54735"/>
                    </a:cubicBezTo>
                    <a:cubicBezTo>
                      <a:pt x="30335" y="55557"/>
                      <a:pt x="32800" y="54987"/>
                      <a:pt x="34284" y="53937"/>
                    </a:cubicBezTo>
                    <a:cubicBezTo>
                      <a:pt x="35767" y="52887"/>
                      <a:pt x="36749" y="51494"/>
                      <a:pt x="37639" y="49440"/>
                    </a:cubicBezTo>
                    <a:cubicBezTo>
                      <a:pt x="38735" y="47021"/>
                      <a:pt x="39054" y="44122"/>
                      <a:pt x="40447" y="41908"/>
                    </a:cubicBezTo>
                    <a:cubicBezTo>
                      <a:pt x="40606" y="41679"/>
                      <a:pt x="40743" y="41451"/>
                      <a:pt x="40926" y="41223"/>
                    </a:cubicBezTo>
                    <a:cubicBezTo>
                      <a:pt x="42181" y="39557"/>
                      <a:pt x="43528" y="38552"/>
                      <a:pt x="45034" y="37092"/>
                    </a:cubicBezTo>
                    <a:cubicBezTo>
                      <a:pt x="47751" y="34467"/>
                      <a:pt x="51129" y="30678"/>
                      <a:pt x="53731" y="26752"/>
                    </a:cubicBezTo>
                    <a:cubicBezTo>
                      <a:pt x="55283" y="24424"/>
                      <a:pt x="56904" y="21981"/>
                      <a:pt x="57200" y="19197"/>
                    </a:cubicBezTo>
                    <a:cubicBezTo>
                      <a:pt x="57520" y="16275"/>
                      <a:pt x="55899" y="13125"/>
                      <a:pt x="53160" y="12121"/>
                    </a:cubicBezTo>
                    <a:cubicBezTo>
                      <a:pt x="51083" y="11367"/>
                      <a:pt x="48823" y="11710"/>
                      <a:pt x="46746" y="12577"/>
                    </a:cubicBezTo>
                    <a:cubicBezTo>
                      <a:pt x="43345" y="14015"/>
                      <a:pt x="39853" y="16184"/>
                      <a:pt x="36087" y="15453"/>
                    </a:cubicBezTo>
                    <a:cubicBezTo>
                      <a:pt x="35471" y="15339"/>
                      <a:pt x="34854" y="15134"/>
                      <a:pt x="34238" y="14860"/>
                    </a:cubicBezTo>
                    <a:cubicBezTo>
                      <a:pt x="30655" y="13171"/>
                      <a:pt x="29536" y="8902"/>
                      <a:pt x="27185" y="5912"/>
                    </a:cubicBezTo>
                    <a:cubicBezTo>
                      <a:pt x="25313" y="3538"/>
                      <a:pt x="22780" y="1553"/>
                      <a:pt x="19767" y="914"/>
                    </a:cubicBezTo>
                    <a:cubicBezTo>
                      <a:pt x="15453" y="1"/>
                      <a:pt x="11048" y="1849"/>
                      <a:pt x="7350" y="4109"/>
                    </a:cubicBezTo>
                    <a:cubicBezTo>
                      <a:pt x="5364" y="5319"/>
                      <a:pt x="3378" y="6871"/>
                      <a:pt x="2054" y="8765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6" name="Google Shape;4156;p51"/>
              <p:cNvSpPr/>
              <p:nvPr/>
            </p:nvSpPr>
            <p:spPr>
              <a:xfrm>
                <a:off x="5556400" y="996375"/>
                <a:ext cx="1380400" cy="1309050"/>
              </a:xfrm>
              <a:custGeom>
                <a:avLst/>
                <a:gdLst/>
                <a:ahLst/>
                <a:cxnLst/>
                <a:rect l="l" t="t" r="r" b="b"/>
                <a:pathLst>
                  <a:path w="55216" h="52362" fill="none" extrusionOk="0">
                    <a:moveTo>
                      <a:pt x="1621" y="8195"/>
                    </a:moveTo>
                    <a:cubicBezTo>
                      <a:pt x="800" y="9382"/>
                      <a:pt x="275" y="10728"/>
                      <a:pt x="275" y="12166"/>
                    </a:cubicBezTo>
                    <a:cubicBezTo>
                      <a:pt x="252" y="14221"/>
                      <a:pt x="1211" y="16069"/>
                      <a:pt x="1918" y="18010"/>
                    </a:cubicBezTo>
                    <a:cubicBezTo>
                      <a:pt x="2215" y="18786"/>
                      <a:pt x="2443" y="19562"/>
                      <a:pt x="2557" y="20406"/>
                    </a:cubicBezTo>
                    <a:cubicBezTo>
                      <a:pt x="3105" y="24492"/>
                      <a:pt x="1" y="27870"/>
                      <a:pt x="1348" y="31454"/>
                    </a:cubicBezTo>
                    <a:cubicBezTo>
                      <a:pt x="2261" y="33850"/>
                      <a:pt x="3584" y="34695"/>
                      <a:pt x="4155" y="37365"/>
                    </a:cubicBezTo>
                    <a:cubicBezTo>
                      <a:pt x="4612" y="39557"/>
                      <a:pt x="4703" y="41474"/>
                      <a:pt x="6506" y="43163"/>
                    </a:cubicBezTo>
                    <a:cubicBezTo>
                      <a:pt x="9017" y="45514"/>
                      <a:pt x="13103" y="45674"/>
                      <a:pt x="16481" y="46541"/>
                    </a:cubicBezTo>
                    <a:cubicBezTo>
                      <a:pt x="16663" y="46587"/>
                      <a:pt x="16869" y="46655"/>
                      <a:pt x="17051" y="46701"/>
                    </a:cubicBezTo>
                    <a:cubicBezTo>
                      <a:pt x="21114" y="47865"/>
                      <a:pt x="22872" y="50193"/>
                      <a:pt x="27163" y="51586"/>
                    </a:cubicBezTo>
                    <a:cubicBezTo>
                      <a:pt x="29537" y="52362"/>
                      <a:pt x="31819" y="52110"/>
                      <a:pt x="33326" y="51426"/>
                    </a:cubicBezTo>
                    <a:cubicBezTo>
                      <a:pt x="34809" y="50741"/>
                      <a:pt x="35951" y="49737"/>
                      <a:pt x="37001" y="47911"/>
                    </a:cubicBezTo>
                    <a:cubicBezTo>
                      <a:pt x="38233" y="45765"/>
                      <a:pt x="38576" y="42912"/>
                      <a:pt x="39626" y="40721"/>
                    </a:cubicBezTo>
                    <a:cubicBezTo>
                      <a:pt x="39740" y="40470"/>
                      <a:pt x="39854" y="40241"/>
                      <a:pt x="39991" y="40013"/>
                    </a:cubicBezTo>
                    <a:cubicBezTo>
                      <a:pt x="40949" y="38324"/>
                      <a:pt x="41885" y="37183"/>
                      <a:pt x="43095" y="35653"/>
                    </a:cubicBezTo>
                    <a:cubicBezTo>
                      <a:pt x="45286" y="32846"/>
                      <a:pt x="48436" y="29148"/>
                      <a:pt x="51015" y="25428"/>
                    </a:cubicBezTo>
                    <a:cubicBezTo>
                      <a:pt x="52659" y="23008"/>
                      <a:pt x="54485" y="20543"/>
                      <a:pt x="54850" y="17622"/>
                    </a:cubicBezTo>
                    <a:cubicBezTo>
                      <a:pt x="55215" y="14609"/>
                      <a:pt x="53481" y="11253"/>
                      <a:pt x="50559" y="10363"/>
                    </a:cubicBezTo>
                    <a:cubicBezTo>
                      <a:pt x="48505" y="9724"/>
                      <a:pt x="46382" y="10135"/>
                      <a:pt x="44419" y="11025"/>
                    </a:cubicBezTo>
                    <a:cubicBezTo>
                      <a:pt x="41201" y="12531"/>
                      <a:pt x="37959" y="14746"/>
                      <a:pt x="34307" y="14129"/>
                    </a:cubicBezTo>
                    <a:cubicBezTo>
                      <a:pt x="33714" y="14038"/>
                      <a:pt x="33098" y="13855"/>
                      <a:pt x="32527" y="13604"/>
                    </a:cubicBezTo>
                    <a:cubicBezTo>
                      <a:pt x="29080" y="12075"/>
                      <a:pt x="27779" y="8081"/>
                      <a:pt x="25405" y="5296"/>
                    </a:cubicBezTo>
                    <a:cubicBezTo>
                      <a:pt x="23557" y="3127"/>
                      <a:pt x="21114" y="1370"/>
                      <a:pt x="18284" y="799"/>
                    </a:cubicBezTo>
                    <a:cubicBezTo>
                      <a:pt x="14198" y="0"/>
                      <a:pt x="10044" y="1621"/>
                      <a:pt x="6552" y="3767"/>
                    </a:cubicBezTo>
                    <a:cubicBezTo>
                      <a:pt x="4680" y="4908"/>
                      <a:pt x="2854" y="6391"/>
                      <a:pt x="1621" y="8195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7" name="Google Shape;4157;p51"/>
              <p:cNvSpPr/>
              <p:nvPr/>
            </p:nvSpPr>
            <p:spPr>
              <a:xfrm>
                <a:off x="5595200" y="1025475"/>
                <a:ext cx="1327325" cy="1232025"/>
              </a:xfrm>
              <a:custGeom>
                <a:avLst/>
                <a:gdLst/>
                <a:ahLst/>
                <a:cxnLst/>
                <a:rect l="l" t="t" r="r" b="b"/>
                <a:pathLst>
                  <a:path w="53093" h="49281" fill="none" extrusionOk="0">
                    <a:moveTo>
                      <a:pt x="1370" y="7647"/>
                    </a:moveTo>
                    <a:cubicBezTo>
                      <a:pt x="617" y="8743"/>
                      <a:pt x="138" y="9975"/>
                      <a:pt x="92" y="11299"/>
                    </a:cubicBezTo>
                    <a:cubicBezTo>
                      <a:pt x="1" y="13194"/>
                      <a:pt x="754" y="14928"/>
                      <a:pt x="1348" y="16754"/>
                    </a:cubicBezTo>
                    <a:cubicBezTo>
                      <a:pt x="1599" y="17462"/>
                      <a:pt x="1804" y="18192"/>
                      <a:pt x="1918" y="18968"/>
                    </a:cubicBezTo>
                    <a:cubicBezTo>
                      <a:pt x="2466" y="22712"/>
                      <a:pt x="206" y="25953"/>
                      <a:pt x="1690" y="29126"/>
                    </a:cubicBezTo>
                    <a:cubicBezTo>
                      <a:pt x="2831" y="31545"/>
                      <a:pt x="4201" y="32207"/>
                      <a:pt x="4635" y="35037"/>
                    </a:cubicBezTo>
                    <a:cubicBezTo>
                      <a:pt x="4954" y="37320"/>
                      <a:pt x="4749" y="39306"/>
                      <a:pt x="6506" y="41154"/>
                    </a:cubicBezTo>
                    <a:cubicBezTo>
                      <a:pt x="8789" y="43551"/>
                      <a:pt x="12669" y="44030"/>
                      <a:pt x="15956" y="44715"/>
                    </a:cubicBezTo>
                    <a:cubicBezTo>
                      <a:pt x="16138" y="44761"/>
                      <a:pt x="16321" y="44784"/>
                      <a:pt x="16504" y="44829"/>
                    </a:cubicBezTo>
                    <a:cubicBezTo>
                      <a:pt x="20475" y="45742"/>
                      <a:pt x="22530" y="47112"/>
                      <a:pt x="26661" y="48459"/>
                    </a:cubicBezTo>
                    <a:cubicBezTo>
                      <a:pt x="28921" y="49189"/>
                      <a:pt x="31021" y="49280"/>
                      <a:pt x="32527" y="48961"/>
                    </a:cubicBezTo>
                    <a:cubicBezTo>
                      <a:pt x="34034" y="48641"/>
                      <a:pt x="35357" y="47979"/>
                      <a:pt x="36521" y="46404"/>
                    </a:cubicBezTo>
                    <a:cubicBezTo>
                      <a:pt x="37914" y="44533"/>
                      <a:pt x="38279" y="41702"/>
                      <a:pt x="39009" y="39534"/>
                    </a:cubicBezTo>
                    <a:cubicBezTo>
                      <a:pt x="39078" y="39306"/>
                      <a:pt x="39146" y="39055"/>
                      <a:pt x="39238" y="38826"/>
                    </a:cubicBezTo>
                    <a:cubicBezTo>
                      <a:pt x="39877" y="37092"/>
                      <a:pt x="40447" y="35836"/>
                      <a:pt x="41338" y="34238"/>
                    </a:cubicBezTo>
                    <a:cubicBezTo>
                      <a:pt x="42981" y="31271"/>
                      <a:pt x="45925" y="27619"/>
                      <a:pt x="48459" y="24104"/>
                    </a:cubicBezTo>
                    <a:cubicBezTo>
                      <a:pt x="50239" y="21639"/>
                      <a:pt x="52248" y="19128"/>
                      <a:pt x="52659" y="16092"/>
                    </a:cubicBezTo>
                    <a:cubicBezTo>
                      <a:pt x="53093" y="12965"/>
                      <a:pt x="51221" y="9405"/>
                      <a:pt x="48117" y="8606"/>
                    </a:cubicBezTo>
                    <a:cubicBezTo>
                      <a:pt x="46131" y="8081"/>
                      <a:pt x="44122" y="8560"/>
                      <a:pt x="42273" y="9519"/>
                    </a:cubicBezTo>
                    <a:cubicBezTo>
                      <a:pt x="39238" y="11071"/>
                      <a:pt x="36225" y="13330"/>
                      <a:pt x="32710" y="12828"/>
                    </a:cubicBezTo>
                    <a:cubicBezTo>
                      <a:pt x="32116" y="12760"/>
                      <a:pt x="31546" y="12600"/>
                      <a:pt x="30975" y="12372"/>
                    </a:cubicBezTo>
                    <a:cubicBezTo>
                      <a:pt x="27688" y="10979"/>
                      <a:pt x="26182" y="7282"/>
                      <a:pt x="23808" y="4725"/>
                    </a:cubicBezTo>
                    <a:cubicBezTo>
                      <a:pt x="21982" y="2740"/>
                      <a:pt x="19654" y="1210"/>
                      <a:pt x="16983" y="708"/>
                    </a:cubicBezTo>
                    <a:cubicBezTo>
                      <a:pt x="13148" y="1"/>
                      <a:pt x="9222" y="1438"/>
                      <a:pt x="5958" y="3447"/>
                    </a:cubicBezTo>
                    <a:cubicBezTo>
                      <a:pt x="4201" y="4520"/>
                      <a:pt x="2512" y="5935"/>
                      <a:pt x="1370" y="7647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8" name="Google Shape;4158;p51"/>
              <p:cNvSpPr/>
              <p:nvPr/>
            </p:nvSpPr>
            <p:spPr>
              <a:xfrm>
                <a:off x="5627750" y="1055150"/>
                <a:ext cx="1280500" cy="1162400"/>
              </a:xfrm>
              <a:custGeom>
                <a:avLst/>
                <a:gdLst/>
                <a:ahLst/>
                <a:cxnLst/>
                <a:rect l="l" t="t" r="r" b="b"/>
                <a:pathLst>
                  <a:path w="51220" h="46496" fill="none" extrusionOk="0">
                    <a:moveTo>
                      <a:pt x="1370" y="7053"/>
                    </a:moveTo>
                    <a:cubicBezTo>
                      <a:pt x="685" y="8081"/>
                      <a:pt x="251" y="9222"/>
                      <a:pt x="160" y="10409"/>
                    </a:cubicBezTo>
                    <a:cubicBezTo>
                      <a:pt x="0" y="12143"/>
                      <a:pt x="548" y="13764"/>
                      <a:pt x="1027" y="15453"/>
                    </a:cubicBezTo>
                    <a:cubicBezTo>
                      <a:pt x="1233" y="16115"/>
                      <a:pt x="1392" y="16800"/>
                      <a:pt x="1506" y="17485"/>
                    </a:cubicBezTo>
                    <a:cubicBezTo>
                      <a:pt x="2054" y="20931"/>
                      <a:pt x="685" y="23990"/>
                      <a:pt x="2283" y="26774"/>
                    </a:cubicBezTo>
                    <a:cubicBezTo>
                      <a:pt x="3698" y="29217"/>
                      <a:pt x="5067" y="29673"/>
                      <a:pt x="5364" y="32686"/>
                    </a:cubicBezTo>
                    <a:cubicBezTo>
                      <a:pt x="5569" y="35037"/>
                      <a:pt x="5067" y="37091"/>
                      <a:pt x="6779" y="39123"/>
                    </a:cubicBezTo>
                    <a:cubicBezTo>
                      <a:pt x="8811" y="41565"/>
                      <a:pt x="12485" y="42341"/>
                      <a:pt x="15658" y="42866"/>
                    </a:cubicBezTo>
                    <a:cubicBezTo>
                      <a:pt x="15841" y="42889"/>
                      <a:pt x="16023" y="42912"/>
                      <a:pt x="16183" y="42958"/>
                    </a:cubicBezTo>
                    <a:cubicBezTo>
                      <a:pt x="20063" y="43574"/>
                      <a:pt x="22437" y="44030"/>
                      <a:pt x="26409" y="45309"/>
                    </a:cubicBezTo>
                    <a:cubicBezTo>
                      <a:pt x="28554" y="45993"/>
                      <a:pt x="30495" y="46404"/>
                      <a:pt x="32001" y="46450"/>
                    </a:cubicBezTo>
                    <a:cubicBezTo>
                      <a:pt x="33508" y="46495"/>
                      <a:pt x="35014" y="46222"/>
                      <a:pt x="36292" y="44875"/>
                    </a:cubicBezTo>
                    <a:cubicBezTo>
                      <a:pt x="37844" y="43254"/>
                      <a:pt x="38232" y="40492"/>
                      <a:pt x="38620" y="38324"/>
                    </a:cubicBezTo>
                    <a:cubicBezTo>
                      <a:pt x="38666" y="38096"/>
                      <a:pt x="38712" y="37845"/>
                      <a:pt x="38735" y="37616"/>
                    </a:cubicBezTo>
                    <a:cubicBezTo>
                      <a:pt x="39077" y="35859"/>
                      <a:pt x="39237" y="34467"/>
                      <a:pt x="39830" y="32800"/>
                    </a:cubicBezTo>
                    <a:cubicBezTo>
                      <a:pt x="40949" y="29650"/>
                      <a:pt x="43665" y="26090"/>
                      <a:pt x="46153" y="22780"/>
                    </a:cubicBezTo>
                    <a:cubicBezTo>
                      <a:pt x="48070" y="20246"/>
                      <a:pt x="50239" y="17690"/>
                      <a:pt x="50741" y="14517"/>
                    </a:cubicBezTo>
                    <a:cubicBezTo>
                      <a:pt x="51220" y="11299"/>
                      <a:pt x="49234" y="7510"/>
                      <a:pt x="45947" y="6825"/>
                    </a:cubicBezTo>
                    <a:cubicBezTo>
                      <a:pt x="44007" y="6414"/>
                      <a:pt x="42113" y="6985"/>
                      <a:pt x="40378" y="7966"/>
                    </a:cubicBezTo>
                    <a:cubicBezTo>
                      <a:pt x="37525" y="9587"/>
                      <a:pt x="34740" y="11892"/>
                      <a:pt x="31362" y="11527"/>
                    </a:cubicBezTo>
                    <a:cubicBezTo>
                      <a:pt x="30791" y="11459"/>
                      <a:pt x="30244" y="11322"/>
                      <a:pt x="29696" y="11116"/>
                    </a:cubicBezTo>
                    <a:cubicBezTo>
                      <a:pt x="26546" y="9884"/>
                      <a:pt x="24857" y="6460"/>
                      <a:pt x="22460" y="4109"/>
                    </a:cubicBezTo>
                    <a:cubicBezTo>
                      <a:pt x="20657" y="2351"/>
                      <a:pt x="18420" y="1028"/>
                      <a:pt x="15932" y="594"/>
                    </a:cubicBezTo>
                    <a:cubicBezTo>
                      <a:pt x="12326" y="0"/>
                      <a:pt x="8628" y="1233"/>
                      <a:pt x="5615" y="3105"/>
                    </a:cubicBezTo>
                    <a:cubicBezTo>
                      <a:pt x="3949" y="4132"/>
                      <a:pt x="2420" y="5456"/>
                      <a:pt x="1370" y="7053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59" name="Google Shape;4159;p51"/>
              <p:cNvSpPr/>
              <p:nvPr/>
            </p:nvSpPr>
            <p:spPr>
              <a:xfrm>
                <a:off x="5660825" y="1084250"/>
                <a:ext cx="1233750" cy="1112175"/>
              </a:xfrm>
              <a:custGeom>
                <a:avLst/>
                <a:gdLst/>
                <a:ahLst/>
                <a:cxnLst/>
                <a:rect l="l" t="t" r="r" b="b"/>
                <a:pathLst>
                  <a:path w="49350" h="44487" fill="none" extrusionOk="0">
                    <a:moveTo>
                      <a:pt x="1325" y="6506"/>
                    </a:moveTo>
                    <a:cubicBezTo>
                      <a:pt x="731" y="7442"/>
                      <a:pt x="320" y="8469"/>
                      <a:pt x="183" y="9541"/>
                    </a:cubicBezTo>
                    <a:cubicBezTo>
                      <a:pt x="1" y="11116"/>
                      <a:pt x="320" y="12646"/>
                      <a:pt x="686" y="14198"/>
                    </a:cubicBezTo>
                    <a:cubicBezTo>
                      <a:pt x="845" y="14814"/>
                      <a:pt x="982" y="15430"/>
                      <a:pt x="1097" y="16047"/>
                    </a:cubicBezTo>
                    <a:cubicBezTo>
                      <a:pt x="1644" y="19151"/>
                      <a:pt x="1142" y="22004"/>
                      <a:pt x="2854" y="24424"/>
                    </a:cubicBezTo>
                    <a:cubicBezTo>
                      <a:pt x="4566" y="26889"/>
                      <a:pt x="5935" y="27185"/>
                      <a:pt x="6072" y="30358"/>
                    </a:cubicBezTo>
                    <a:cubicBezTo>
                      <a:pt x="6164" y="32778"/>
                      <a:pt x="5388" y="34878"/>
                      <a:pt x="7008" y="37114"/>
                    </a:cubicBezTo>
                    <a:cubicBezTo>
                      <a:pt x="8834" y="39580"/>
                      <a:pt x="12258" y="40698"/>
                      <a:pt x="15362" y="41040"/>
                    </a:cubicBezTo>
                    <a:cubicBezTo>
                      <a:pt x="15522" y="41063"/>
                      <a:pt x="15705" y="41063"/>
                      <a:pt x="15864" y="41086"/>
                    </a:cubicBezTo>
                    <a:cubicBezTo>
                      <a:pt x="19631" y="41428"/>
                      <a:pt x="22324" y="40949"/>
                      <a:pt x="26136" y="42182"/>
                    </a:cubicBezTo>
                    <a:cubicBezTo>
                      <a:pt x="28167" y="42821"/>
                      <a:pt x="29925" y="43574"/>
                      <a:pt x="31454" y="43962"/>
                    </a:cubicBezTo>
                    <a:cubicBezTo>
                      <a:pt x="32961" y="44373"/>
                      <a:pt x="34627" y="44487"/>
                      <a:pt x="36065" y="43369"/>
                    </a:cubicBezTo>
                    <a:cubicBezTo>
                      <a:pt x="37754" y="42022"/>
                      <a:pt x="38165" y="39283"/>
                      <a:pt x="38210" y="37160"/>
                    </a:cubicBezTo>
                    <a:cubicBezTo>
                      <a:pt x="38233" y="36909"/>
                      <a:pt x="38233" y="36658"/>
                      <a:pt x="38233" y="36430"/>
                    </a:cubicBezTo>
                    <a:cubicBezTo>
                      <a:pt x="38233" y="34649"/>
                      <a:pt x="38005" y="33143"/>
                      <a:pt x="38302" y="31385"/>
                    </a:cubicBezTo>
                    <a:cubicBezTo>
                      <a:pt x="38850" y="28076"/>
                      <a:pt x="41406" y="24606"/>
                      <a:pt x="43848" y="21479"/>
                    </a:cubicBezTo>
                    <a:cubicBezTo>
                      <a:pt x="45880" y="18877"/>
                      <a:pt x="48231" y="16275"/>
                      <a:pt x="48779" y="12988"/>
                    </a:cubicBezTo>
                    <a:cubicBezTo>
                      <a:pt x="49349" y="9656"/>
                      <a:pt x="47204" y="5616"/>
                      <a:pt x="43757" y="5068"/>
                    </a:cubicBezTo>
                    <a:cubicBezTo>
                      <a:pt x="41840" y="4771"/>
                      <a:pt x="40082" y="5433"/>
                      <a:pt x="38462" y="6437"/>
                    </a:cubicBezTo>
                    <a:cubicBezTo>
                      <a:pt x="35791" y="8126"/>
                      <a:pt x="33235" y="10477"/>
                      <a:pt x="29993" y="10226"/>
                    </a:cubicBezTo>
                    <a:cubicBezTo>
                      <a:pt x="29423" y="10181"/>
                      <a:pt x="28898" y="10066"/>
                      <a:pt x="28373" y="9884"/>
                    </a:cubicBezTo>
                    <a:cubicBezTo>
                      <a:pt x="25360" y="8811"/>
                      <a:pt x="23511" y="5638"/>
                      <a:pt x="21091" y="3516"/>
                    </a:cubicBezTo>
                    <a:cubicBezTo>
                      <a:pt x="19311" y="1963"/>
                      <a:pt x="17188" y="868"/>
                      <a:pt x="14860" y="503"/>
                    </a:cubicBezTo>
                    <a:cubicBezTo>
                      <a:pt x="11482" y="1"/>
                      <a:pt x="8035" y="1050"/>
                      <a:pt x="5251" y="2785"/>
                    </a:cubicBezTo>
                    <a:cubicBezTo>
                      <a:pt x="3699" y="3744"/>
                      <a:pt x="2306" y="4999"/>
                      <a:pt x="1325" y="6506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0" name="Google Shape;4160;p51"/>
              <p:cNvSpPr/>
              <p:nvPr/>
            </p:nvSpPr>
            <p:spPr>
              <a:xfrm>
                <a:off x="5693350" y="1113350"/>
                <a:ext cx="1186950" cy="1068825"/>
              </a:xfrm>
              <a:custGeom>
                <a:avLst/>
                <a:gdLst/>
                <a:ahLst/>
                <a:cxnLst/>
                <a:rect l="l" t="t" r="r" b="b"/>
                <a:pathLst>
                  <a:path w="47478" h="42753" fill="none" extrusionOk="0">
                    <a:moveTo>
                      <a:pt x="1325" y="5958"/>
                    </a:moveTo>
                    <a:cubicBezTo>
                      <a:pt x="800" y="6803"/>
                      <a:pt x="435" y="7716"/>
                      <a:pt x="252" y="8697"/>
                    </a:cubicBezTo>
                    <a:cubicBezTo>
                      <a:pt x="1" y="10089"/>
                      <a:pt x="115" y="11505"/>
                      <a:pt x="366" y="12943"/>
                    </a:cubicBezTo>
                    <a:cubicBezTo>
                      <a:pt x="480" y="13490"/>
                      <a:pt x="594" y="14061"/>
                      <a:pt x="709" y="14609"/>
                    </a:cubicBezTo>
                    <a:cubicBezTo>
                      <a:pt x="1256" y="17393"/>
                      <a:pt x="1667" y="20018"/>
                      <a:pt x="3425" y="22095"/>
                    </a:cubicBezTo>
                    <a:cubicBezTo>
                      <a:pt x="5479" y="24515"/>
                      <a:pt x="6803" y="24698"/>
                      <a:pt x="6803" y="28030"/>
                    </a:cubicBezTo>
                    <a:cubicBezTo>
                      <a:pt x="6780" y="30541"/>
                      <a:pt x="5753" y="32686"/>
                      <a:pt x="7282" y="35106"/>
                    </a:cubicBezTo>
                    <a:cubicBezTo>
                      <a:pt x="8880" y="37594"/>
                      <a:pt x="12076" y="39032"/>
                      <a:pt x="15066" y="39214"/>
                    </a:cubicBezTo>
                    <a:cubicBezTo>
                      <a:pt x="15248" y="39214"/>
                      <a:pt x="15408" y="39214"/>
                      <a:pt x="15568" y="39214"/>
                    </a:cubicBezTo>
                    <a:cubicBezTo>
                      <a:pt x="19220" y="39306"/>
                      <a:pt x="22256" y="37891"/>
                      <a:pt x="25885" y="39032"/>
                    </a:cubicBezTo>
                    <a:cubicBezTo>
                      <a:pt x="27802" y="39648"/>
                      <a:pt x="29377" y="40721"/>
                      <a:pt x="30906" y="41474"/>
                    </a:cubicBezTo>
                    <a:cubicBezTo>
                      <a:pt x="32436" y="42250"/>
                      <a:pt x="34285" y="42752"/>
                      <a:pt x="35837" y="41862"/>
                    </a:cubicBezTo>
                    <a:cubicBezTo>
                      <a:pt x="37708" y="40789"/>
                      <a:pt x="38096" y="38096"/>
                      <a:pt x="37845" y="35973"/>
                    </a:cubicBezTo>
                    <a:cubicBezTo>
                      <a:pt x="37800" y="35722"/>
                      <a:pt x="37777" y="35494"/>
                      <a:pt x="37731" y="35243"/>
                    </a:cubicBezTo>
                    <a:cubicBezTo>
                      <a:pt x="37412" y="33440"/>
                      <a:pt x="36795" y="31796"/>
                      <a:pt x="36795" y="29970"/>
                    </a:cubicBezTo>
                    <a:cubicBezTo>
                      <a:pt x="36795" y="26501"/>
                      <a:pt x="39146" y="23100"/>
                      <a:pt x="41543" y="20178"/>
                    </a:cubicBezTo>
                    <a:cubicBezTo>
                      <a:pt x="43734" y="17508"/>
                      <a:pt x="46245" y="14860"/>
                      <a:pt x="46861" y="11436"/>
                    </a:cubicBezTo>
                    <a:cubicBezTo>
                      <a:pt x="47478" y="8012"/>
                      <a:pt x="45195" y="3698"/>
                      <a:pt x="41566" y="3310"/>
                    </a:cubicBezTo>
                    <a:cubicBezTo>
                      <a:pt x="39717" y="3105"/>
                      <a:pt x="38096" y="3858"/>
                      <a:pt x="36567" y="4931"/>
                    </a:cubicBezTo>
                    <a:cubicBezTo>
                      <a:pt x="34079" y="6666"/>
                      <a:pt x="31751" y="9062"/>
                      <a:pt x="28624" y="8925"/>
                    </a:cubicBezTo>
                    <a:cubicBezTo>
                      <a:pt x="28099" y="8902"/>
                      <a:pt x="27597" y="8811"/>
                      <a:pt x="27095" y="8651"/>
                    </a:cubicBezTo>
                    <a:cubicBezTo>
                      <a:pt x="24219" y="7716"/>
                      <a:pt x="22187" y="4840"/>
                      <a:pt x="19745" y="2922"/>
                    </a:cubicBezTo>
                    <a:cubicBezTo>
                      <a:pt x="18010" y="1576"/>
                      <a:pt x="15956" y="685"/>
                      <a:pt x="13810" y="411"/>
                    </a:cubicBezTo>
                    <a:cubicBezTo>
                      <a:pt x="10660" y="1"/>
                      <a:pt x="7465" y="845"/>
                      <a:pt x="4886" y="2466"/>
                    </a:cubicBezTo>
                    <a:cubicBezTo>
                      <a:pt x="3470" y="3356"/>
                      <a:pt x="2192" y="4520"/>
                      <a:pt x="1325" y="5958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1" name="Google Shape;4161;p51"/>
              <p:cNvSpPr/>
              <p:nvPr/>
            </p:nvSpPr>
            <p:spPr>
              <a:xfrm>
                <a:off x="5721325" y="1106500"/>
                <a:ext cx="1145275" cy="1061400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2456" fill="none" extrusionOk="0">
                    <a:moveTo>
                      <a:pt x="229" y="13102"/>
                    </a:moveTo>
                    <a:cubicBezTo>
                      <a:pt x="548" y="16070"/>
                      <a:pt x="1963" y="19037"/>
                      <a:pt x="4200" y="21205"/>
                    </a:cubicBezTo>
                    <a:cubicBezTo>
                      <a:pt x="6597" y="23511"/>
                      <a:pt x="7875" y="23648"/>
                      <a:pt x="7715" y="27140"/>
                    </a:cubicBezTo>
                    <a:cubicBezTo>
                      <a:pt x="7578" y="29742"/>
                      <a:pt x="6300" y="31910"/>
                      <a:pt x="7738" y="34535"/>
                    </a:cubicBezTo>
                    <a:cubicBezTo>
                      <a:pt x="9130" y="37069"/>
                      <a:pt x="12075" y="38804"/>
                      <a:pt x="14974" y="38804"/>
                    </a:cubicBezTo>
                    <a:cubicBezTo>
                      <a:pt x="18717" y="38804"/>
                      <a:pt x="22187" y="36202"/>
                      <a:pt x="25816" y="37343"/>
                    </a:cubicBezTo>
                    <a:cubicBezTo>
                      <a:pt x="27619" y="37913"/>
                      <a:pt x="29034" y="39329"/>
                      <a:pt x="30563" y="40447"/>
                    </a:cubicBezTo>
                    <a:cubicBezTo>
                      <a:pt x="32093" y="41565"/>
                      <a:pt x="34124" y="42456"/>
                      <a:pt x="35790" y="41771"/>
                    </a:cubicBezTo>
                    <a:cubicBezTo>
                      <a:pt x="37822" y="40972"/>
                      <a:pt x="38210" y="38347"/>
                      <a:pt x="37639" y="36224"/>
                    </a:cubicBezTo>
                    <a:cubicBezTo>
                      <a:pt x="37069" y="34124"/>
                      <a:pt x="35813" y="32139"/>
                      <a:pt x="35471" y="29993"/>
                    </a:cubicBezTo>
                    <a:cubicBezTo>
                      <a:pt x="34923" y="26341"/>
                      <a:pt x="37091" y="23054"/>
                      <a:pt x="39420" y="20315"/>
                    </a:cubicBezTo>
                    <a:cubicBezTo>
                      <a:pt x="41748" y="17599"/>
                      <a:pt x="44418" y="14883"/>
                      <a:pt x="45126" y="11345"/>
                    </a:cubicBezTo>
                    <a:cubicBezTo>
                      <a:pt x="45811" y="7807"/>
                      <a:pt x="43391" y="3219"/>
                      <a:pt x="39579" y="2991"/>
                    </a:cubicBezTo>
                    <a:cubicBezTo>
                      <a:pt x="34763" y="2717"/>
                      <a:pt x="32275" y="9108"/>
                      <a:pt x="27459" y="9062"/>
                    </a:cubicBezTo>
                    <a:cubicBezTo>
                      <a:pt x="24013" y="9039"/>
                      <a:pt x="21479" y="5753"/>
                      <a:pt x="18557" y="3767"/>
                    </a:cubicBezTo>
                    <a:cubicBezTo>
                      <a:pt x="13011" y="1"/>
                      <a:pt x="4657" y="1507"/>
                      <a:pt x="1507" y="6848"/>
                    </a:cubicBezTo>
                    <a:cubicBezTo>
                      <a:pt x="388" y="8720"/>
                      <a:pt x="0" y="10911"/>
                      <a:pt x="229" y="13102"/>
                    </a:cubicBezTo>
                    <a:close/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62" name="Google Shape;4162;p51"/>
            <p:cNvGrpSpPr/>
            <p:nvPr/>
          </p:nvGrpSpPr>
          <p:grpSpPr>
            <a:xfrm>
              <a:off x="6151700" y="563400"/>
              <a:ext cx="1724500" cy="1724475"/>
              <a:chOff x="4954950" y="844025"/>
              <a:chExt cx="1724500" cy="1724475"/>
            </a:xfrm>
          </p:grpSpPr>
          <p:sp>
            <p:nvSpPr>
              <p:cNvPr id="4163" name="Google Shape;4163;p51"/>
              <p:cNvSpPr/>
              <p:nvPr/>
            </p:nvSpPr>
            <p:spPr>
              <a:xfrm>
                <a:off x="5042850" y="1000800"/>
                <a:ext cx="1273100" cy="1204200"/>
              </a:xfrm>
              <a:custGeom>
                <a:avLst/>
                <a:gdLst/>
                <a:ahLst/>
                <a:cxnLst/>
                <a:rect l="l" t="t" r="r" b="b"/>
                <a:pathLst>
                  <a:path w="50924" h="48168" extrusionOk="0">
                    <a:moveTo>
                      <a:pt x="30983" y="0"/>
                    </a:moveTo>
                    <a:cubicBezTo>
                      <a:pt x="23761" y="0"/>
                      <a:pt x="16537" y="2756"/>
                      <a:pt x="11025" y="8269"/>
                    </a:cubicBezTo>
                    <a:cubicBezTo>
                      <a:pt x="0" y="19271"/>
                      <a:pt x="0" y="37143"/>
                      <a:pt x="11025" y="48167"/>
                    </a:cubicBezTo>
                    <a:lnTo>
                      <a:pt x="50923" y="8269"/>
                    </a:lnTo>
                    <a:cubicBezTo>
                      <a:pt x="45422" y="2756"/>
                      <a:pt x="38204" y="0"/>
                      <a:pt x="30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4" name="Google Shape;4164;p51"/>
              <p:cNvSpPr/>
              <p:nvPr/>
            </p:nvSpPr>
            <p:spPr>
              <a:xfrm>
                <a:off x="5318450" y="1207500"/>
                <a:ext cx="1273100" cy="1203775"/>
              </a:xfrm>
              <a:custGeom>
                <a:avLst/>
                <a:gdLst/>
                <a:ahLst/>
                <a:cxnLst/>
                <a:rect l="l" t="t" r="r" b="b"/>
                <a:pathLst>
                  <a:path w="50924" h="48151" extrusionOk="0">
                    <a:moveTo>
                      <a:pt x="39899" y="1"/>
                    </a:moveTo>
                    <a:lnTo>
                      <a:pt x="1" y="39899"/>
                    </a:lnTo>
                    <a:cubicBezTo>
                      <a:pt x="5513" y="45400"/>
                      <a:pt x="12737" y="48151"/>
                      <a:pt x="19959" y="48151"/>
                    </a:cubicBezTo>
                    <a:cubicBezTo>
                      <a:pt x="27180" y="48151"/>
                      <a:pt x="34398" y="45400"/>
                      <a:pt x="39899" y="39899"/>
                    </a:cubicBezTo>
                    <a:cubicBezTo>
                      <a:pt x="50924" y="28875"/>
                      <a:pt x="50924" y="11003"/>
                      <a:pt x="39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5" name="Google Shape;4165;p51"/>
              <p:cNvSpPr/>
              <p:nvPr/>
            </p:nvSpPr>
            <p:spPr>
              <a:xfrm>
                <a:off x="4954950" y="844025"/>
                <a:ext cx="1724500" cy="1724475"/>
              </a:xfrm>
              <a:custGeom>
                <a:avLst/>
                <a:gdLst/>
                <a:ahLst/>
                <a:cxnLst/>
                <a:rect l="l" t="t" r="r" b="b"/>
                <a:pathLst>
                  <a:path w="68980" h="68979" fill="none" extrusionOk="0">
                    <a:moveTo>
                      <a:pt x="1" y="68978"/>
                    </a:moveTo>
                    <a:lnTo>
                      <a:pt x="68979" y="0"/>
                    </a:lnTo>
                  </a:path>
                </a:pathLst>
              </a:custGeom>
              <a:noFill/>
              <a:ln w="9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20305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C7E434-374D-4E0F-8D75-9B5E7B66B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12" y="1092690"/>
            <a:ext cx="4679576" cy="3399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Google Shape;4147;p51">
            <a:extLst>
              <a:ext uri="{FF2B5EF4-FFF2-40B4-BE49-F238E27FC236}">
                <a16:creationId xmlns:a16="http://schemas.microsoft.com/office/drawing/2014/main" id="{81A4A07A-0876-44C3-A52E-2D5DA2D584A7}"/>
              </a:ext>
            </a:extLst>
          </p:cNvPr>
          <p:cNvSpPr txBox="1">
            <a:spLocks/>
          </p:cNvSpPr>
          <p:nvPr/>
        </p:nvSpPr>
        <p:spPr>
          <a:xfrm>
            <a:off x="1947450" y="1692172"/>
            <a:ext cx="7313516" cy="24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ubik Light"/>
              <a:buNone/>
              <a:defRPr sz="4800" b="0" i="0" u="none" strike="noStrike" cap="none">
                <a:solidFill>
                  <a:schemeClr val="accent2"/>
                </a:solidFill>
                <a:latin typeface="Rubik Light"/>
                <a:ea typeface="Rubik Light"/>
                <a:cs typeface="Rubik Light"/>
                <a:sym typeface="Rubik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2400" dirty="0"/>
              <a:t>				</a:t>
            </a:r>
            <a:r>
              <a:rPr lang="es-ES" sz="2400" b="1" dirty="0"/>
              <a:t>Junit</a:t>
            </a:r>
          </a:p>
          <a:p>
            <a:pPr algn="l"/>
            <a:r>
              <a:rPr lang="es-ES" sz="2400" dirty="0"/>
              <a:t>				  </a:t>
            </a:r>
            <a:r>
              <a:rPr lang="es-ES" sz="1600" dirty="0" err="1"/>
              <a:t>InicialmenteNoVacunado</a:t>
            </a:r>
            <a:endParaRPr lang="es-ES" sz="1600" dirty="0"/>
          </a:p>
          <a:p>
            <a:pPr algn="l"/>
            <a:endParaRPr lang="es-ES" sz="1600" dirty="0"/>
          </a:p>
          <a:p>
            <a:pPr algn="l"/>
            <a:r>
              <a:rPr lang="es-ES" sz="1600" dirty="0"/>
              <a:t>				   </a:t>
            </a:r>
            <a:r>
              <a:rPr lang="es-ES" sz="1600" dirty="0" err="1"/>
              <a:t>NombreNoEsUnaCadenaVacia</a:t>
            </a:r>
            <a:endParaRPr lang="es-ES" sz="1600" dirty="0"/>
          </a:p>
          <a:p>
            <a:pPr algn="l"/>
            <a:endParaRPr lang="es-ES" sz="1600" dirty="0"/>
          </a:p>
          <a:p>
            <a:pPr algn="l"/>
            <a:r>
              <a:rPr lang="es-ES" sz="1600" dirty="0"/>
              <a:t>				   </a:t>
            </a:r>
            <a:r>
              <a:rPr lang="es-ES" sz="1600" dirty="0" err="1"/>
              <a:t>ContrasenyaMayor</a:t>
            </a:r>
            <a:endParaRPr lang="es-ES" sz="1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222022332"/>
      </p:ext>
    </p:extLst>
  </p:cSld>
  <p:clrMapOvr>
    <a:masterClrMapping/>
  </p:clrMapOvr>
  <p:transition spd="slow" advTm="20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9" name="Google Shape;3519;p42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sp>
        <p:nvSpPr>
          <p:cNvPr id="3528" name="Google Shape;3528;p42"/>
          <p:cNvSpPr/>
          <p:nvPr/>
        </p:nvSpPr>
        <p:spPr>
          <a:xfrm>
            <a:off x="720000" y="1955600"/>
            <a:ext cx="625200" cy="625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5" name="Google Shape;3575;p42"/>
          <p:cNvGrpSpPr/>
          <p:nvPr/>
        </p:nvGrpSpPr>
        <p:grpSpPr>
          <a:xfrm>
            <a:off x="850267" y="2046887"/>
            <a:ext cx="414011" cy="412450"/>
            <a:chOff x="825663" y="3827198"/>
            <a:chExt cx="414011" cy="412450"/>
          </a:xfrm>
        </p:grpSpPr>
        <p:sp>
          <p:nvSpPr>
            <p:cNvPr id="3576" name="Google Shape;3576;p42"/>
            <p:cNvSpPr/>
            <p:nvPr/>
          </p:nvSpPr>
          <p:spPr>
            <a:xfrm>
              <a:off x="886608" y="3952192"/>
              <a:ext cx="265677" cy="265677"/>
            </a:xfrm>
            <a:custGeom>
              <a:avLst/>
              <a:gdLst/>
              <a:ahLst/>
              <a:cxnLst/>
              <a:rect l="l" t="t" r="r" b="b"/>
              <a:pathLst>
                <a:path w="13614" h="13614" extrusionOk="0">
                  <a:moveTo>
                    <a:pt x="11544" y="1"/>
                  </a:moveTo>
                  <a:lnTo>
                    <a:pt x="0" y="11544"/>
                  </a:lnTo>
                  <a:lnTo>
                    <a:pt x="2070" y="13614"/>
                  </a:lnTo>
                  <a:lnTo>
                    <a:pt x="13614" y="2070"/>
                  </a:lnTo>
                  <a:lnTo>
                    <a:pt x="115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2"/>
            <p:cNvSpPr/>
            <p:nvPr/>
          </p:nvSpPr>
          <p:spPr>
            <a:xfrm>
              <a:off x="884852" y="4024436"/>
              <a:ext cx="193452" cy="193433"/>
            </a:xfrm>
            <a:custGeom>
              <a:avLst/>
              <a:gdLst/>
              <a:ahLst/>
              <a:cxnLst/>
              <a:rect l="l" t="t" r="r" b="b"/>
              <a:pathLst>
                <a:path w="9913" h="9912" extrusionOk="0">
                  <a:moveTo>
                    <a:pt x="7744" y="1"/>
                  </a:moveTo>
                  <a:lnTo>
                    <a:pt x="1" y="7744"/>
                  </a:lnTo>
                  <a:lnTo>
                    <a:pt x="2160" y="9912"/>
                  </a:lnTo>
                  <a:lnTo>
                    <a:pt x="9912" y="2160"/>
                  </a:lnTo>
                  <a:lnTo>
                    <a:pt x="77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2"/>
            <p:cNvSpPr/>
            <p:nvPr/>
          </p:nvSpPr>
          <p:spPr>
            <a:xfrm>
              <a:off x="1168463" y="3861135"/>
              <a:ext cx="62331" cy="62350"/>
            </a:xfrm>
            <a:custGeom>
              <a:avLst/>
              <a:gdLst/>
              <a:ahLst/>
              <a:cxnLst/>
              <a:rect l="l" t="t" r="r" b="b"/>
              <a:pathLst>
                <a:path w="3194" h="3195" extrusionOk="0">
                  <a:moveTo>
                    <a:pt x="1124" y="1"/>
                  </a:moveTo>
                  <a:lnTo>
                    <a:pt x="0" y="1125"/>
                  </a:lnTo>
                  <a:lnTo>
                    <a:pt x="2070" y="3195"/>
                  </a:lnTo>
                  <a:lnTo>
                    <a:pt x="3194" y="2071"/>
                  </a:lnTo>
                  <a:lnTo>
                    <a:pt x="1927" y="80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2"/>
            <p:cNvSpPr/>
            <p:nvPr/>
          </p:nvSpPr>
          <p:spPr>
            <a:xfrm>
              <a:off x="1199804" y="3871322"/>
              <a:ext cx="17759" cy="16295"/>
            </a:xfrm>
            <a:custGeom>
              <a:avLst/>
              <a:gdLst/>
              <a:ahLst/>
              <a:cxnLst/>
              <a:rect l="l" t="t" r="r" b="b"/>
              <a:pathLst>
                <a:path w="910" h="835" extrusionOk="0">
                  <a:moveTo>
                    <a:pt x="455" y="1"/>
                  </a:moveTo>
                  <a:cubicBezTo>
                    <a:pt x="348" y="1"/>
                    <a:pt x="241" y="41"/>
                    <a:pt x="161" y="121"/>
                  </a:cubicBezTo>
                  <a:cubicBezTo>
                    <a:pt x="0" y="282"/>
                    <a:pt x="0" y="549"/>
                    <a:pt x="161" y="710"/>
                  </a:cubicBezTo>
                  <a:lnTo>
                    <a:pt x="170" y="710"/>
                  </a:lnTo>
                  <a:cubicBezTo>
                    <a:pt x="250" y="790"/>
                    <a:pt x="348" y="835"/>
                    <a:pt x="455" y="835"/>
                  </a:cubicBezTo>
                  <a:cubicBezTo>
                    <a:pt x="562" y="835"/>
                    <a:pt x="669" y="790"/>
                    <a:pt x="749" y="710"/>
                  </a:cubicBezTo>
                  <a:cubicBezTo>
                    <a:pt x="910" y="549"/>
                    <a:pt x="910" y="291"/>
                    <a:pt x="749" y="130"/>
                  </a:cubicBezTo>
                  <a:lnTo>
                    <a:pt x="749" y="121"/>
                  </a:lnTo>
                  <a:cubicBezTo>
                    <a:pt x="669" y="41"/>
                    <a:pt x="562" y="1"/>
                    <a:pt x="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2"/>
            <p:cNvSpPr/>
            <p:nvPr/>
          </p:nvSpPr>
          <p:spPr>
            <a:xfrm>
              <a:off x="825663" y="3827198"/>
              <a:ext cx="414011" cy="412450"/>
            </a:xfrm>
            <a:custGeom>
              <a:avLst/>
              <a:gdLst/>
              <a:ahLst/>
              <a:cxnLst/>
              <a:rect l="l" t="t" r="r" b="b"/>
              <a:pathLst>
                <a:path w="21215" h="21135" extrusionOk="0">
                  <a:moveTo>
                    <a:pt x="14658" y="7101"/>
                  </a:moveTo>
                  <a:lnTo>
                    <a:pt x="16094" y="8538"/>
                  </a:lnTo>
                  <a:lnTo>
                    <a:pt x="14355" y="10277"/>
                  </a:lnTo>
                  <a:lnTo>
                    <a:pt x="13766" y="9697"/>
                  </a:lnTo>
                  <a:cubicBezTo>
                    <a:pt x="13686" y="9613"/>
                    <a:pt x="13581" y="9570"/>
                    <a:pt x="13476" y="9570"/>
                  </a:cubicBezTo>
                  <a:cubicBezTo>
                    <a:pt x="13371" y="9570"/>
                    <a:pt x="13266" y="9613"/>
                    <a:pt x="13186" y="9697"/>
                  </a:cubicBezTo>
                  <a:cubicBezTo>
                    <a:pt x="13025" y="9858"/>
                    <a:pt x="13025" y="10117"/>
                    <a:pt x="13186" y="10277"/>
                  </a:cubicBezTo>
                  <a:lnTo>
                    <a:pt x="13766" y="10857"/>
                  </a:lnTo>
                  <a:lnTo>
                    <a:pt x="12945" y="11687"/>
                  </a:lnTo>
                  <a:lnTo>
                    <a:pt x="11509" y="10250"/>
                  </a:lnTo>
                  <a:lnTo>
                    <a:pt x="14658" y="7101"/>
                  </a:lnTo>
                  <a:close/>
                  <a:moveTo>
                    <a:pt x="12642" y="5085"/>
                  </a:moveTo>
                  <a:lnTo>
                    <a:pt x="14078" y="6513"/>
                  </a:lnTo>
                  <a:lnTo>
                    <a:pt x="10920" y="9662"/>
                  </a:lnTo>
                  <a:lnTo>
                    <a:pt x="10545" y="9287"/>
                  </a:lnTo>
                  <a:cubicBezTo>
                    <a:pt x="10465" y="9207"/>
                    <a:pt x="10360" y="9167"/>
                    <a:pt x="10255" y="9167"/>
                  </a:cubicBezTo>
                  <a:cubicBezTo>
                    <a:pt x="10151" y="9167"/>
                    <a:pt x="10046" y="9207"/>
                    <a:pt x="9965" y="9287"/>
                  </a:cubicBezTo>
                  <a:cubicBezTo>
                    <a:pt x="9805" y="9448"/>
                    <a:pt x="9805" y="9706"/>
                    <a:pt x="9965" y="9876"/>
                  </a:cubicBezTo>
                  <a:lnTo>
                    <a:pt x="12356" y="12267"/>
                  </a:lnTo>
                  <a:lnTo>
                    <a:pt x="11518" y="13105"/>
                  </a:lnTo>
                  <a:lnTo>
                    <a:pt x="10938" y="12525"/>
                  </a:lnTo>
                  <a:cubicBezTo>
                    <a:pt x="10858" y="12445"/>
                    <a:pt x="10753" y="12405"/>
                    <a:pt x="10648" y="12405"/>
                  </a:cubicBezTo>
                  <a:cubicBezTo>
                    <a:pt x="10543" y="12405"/>
                    <a:pt x="10438" y="12445"/>
                    <a:pt x="10358" y="12525"/>
                  </a:cubicBezTo>
                  <a:cubicBezTo>
                    <a:pt x="10197" y="12686"/>
                    <a:pt x="10197" y="12945"/>
                    <a:pt x="10358" y="13105"/>
                  </a:cubicBezTo>
                  <a:lnTo>
                    <a:pt x="10938" y="13694"/>
                  </a:lnTo>
                  <a:lnTo>
                    <a:pt x="10108" y="14515"/>
                  </a:lnTo>
                  <a:lnTo>
                    <a:pt x="8386" y="12784"/>
                  </a:lnTo>
                  <a:cubicBezTo>
                    <a:pt x="8306" y="12704"/>
                    <a:pt x="8199" y="12664"/>
                    <a:pt x="8092" y="12664"/>
                  </a:cubicBezTo>
                  <a:cubicBezTo>
                    <a:pt x="7985" y="12664"/>
                    <a:pt x="7878" y="12704"/>
                    <a:pt x="7798" y="12784"/>
                  </a:cubicBezTo>
                  <a:cubicBezTo>
                    <a:pt x="7637" y="12954"/>
                    <a:pt x="7637" y="13212"/>
                    <a:pt x="7798" y="13373"/>
                  </a:cubicBezTo>
                  <a:lnTo>
                    <a:pt x="9528" y="15104"/>
                  </a:lnTo>
                  <a:lnTo>
                    <a:pt x="8708" y="15924"/>
                  </a:lnTo>
                  <a:lnTo>
                    <a:pt x="8119" y="15335"/>
                  </a:lnTo>
                  <a:cubicBezTo>
                    <a:pt x="8039" y="15255"/>
                    <a:pt x="7934" y="15215"/>
                    <a:pt x="7829" y="15215"/>
                  </a:cubicBezTo>
                  <a:cubicBezTo>
                    <a:pt x="7724" y="15215"/>
                    <a:pt x="7619" y="15255"/>
                    <a:pt x="7539" y="15335"/>
                  </a:cubicBezTo>
                  <a:cubicBezTo>
                    <a:pt x="7378" y="15505"/>
                    <a:pt x="7378" y="15764"/>
                    <a:pt x="7539" y="15924"/>
                  </a:cubicBezTo>
                  <a:lnTo>
                    <a:pt x="8119" y="16504"/>
                  </a:lnTo>
                  <a:lnTo>
                    <a:pt x="7298" y="17334"/>
                  </a:lnTo>
                  <a:lnTo>
                    <a:pt x="5567" y="15603"/>
                  </a:lnTo>
                  <a:cubicBezTo>
                    <a:pt x="5487" y="15523"/>
                    <a:pt x="5382" y="15483"/>
                    <a:pt x="5277" y="15483"/>
                  </a:cubicBezTo>
                  <a:cubicBezTo>
                    <a:pt x="5173" y="15483"/>
                    <a:pt x="5068" y="15523"/>
                    <a:pt x="4988" y="15603"/>
                  </a:cubicBezTo>
                  <a:cubicBezTo>
                    <a:pt x="4818" y="15764"/>
                    <a:pt x="4818" y="16031"/>
                    <a:pt x="4988" y="16192"/>
                  </a:cubicBezTo>
                  <a:lnTo>
                    <a:pt x="6709" y="17914"/>
                  </a:lnTo>
                  <a:lnTo>
                    <a:pt x="5193" y="19430"/>
                  </a:lnTo>
                  <a:lnTo>
                    <a:pt x="3471" y="17708"/>
                  </a:lnTo>
                  <a:lnTo>
                    <a:pt x="3462" y="17708"/>
                  </a:lnTo>
                  <a:lnTo>
                    <a:pt x="1740" y="15978"/>
                  </a:lnTo>
                  <a:lnTo>
                    <a:pt x="12642" y="5085"/>
                  </a:lnTo>
                  <a:close/>
                  <a:moveTo>
                    <a:pt x="17361" y="0"/>
                  </a:moveTo>
                  <a:cubicBezTo>
                    <a:pt x="17254" y="0"/>
                    <a:pt x="17147" y="45"/>
                    <a:pt x="17067" y="125"/>
                  </a:cubicBezTo>
                  <a:lnTo>
                    <a:pt x="15952" y="1240"/>
                  </a:lnTo>
                  <a:cubicBezTo>
                    <a:pt x="15791" y="1401"/>
                    <a:pt x="15791" y="1668"/>
                    <a:pt x="15952" y="1829"/>
                  </a:cubicBezTo>
                  <a:lnTo>
                    <a:pt x="17361" y="3230"/>
                  </a:lnTo>
                  <a:lnTo>
                    <a:pt x="14658" y="5933"/>
                  </a:lnTo>
                  <a:lnTo>
                    <a:pt x="12927" y="4202"/>
                  </a:lnTo>
                  <a:lnTo>
                    <a:pt x="12428" y="3702"/>
                  </a:lnTo>
                  <a:cubicBezTo>
                    <a:pt x="12347" y="3622"/>
                    <a:pt x="12243" y="3582"/>
                    <a:pt x="12138" y="3582"/>
                  </a:cubicBezTo>
                  <a:cubicBezTo>
                    <a:pt x="12033" y="3582"/>
                    <a:pt x="11928" y="3622"/>
                    <a:pt x="11848" y="3702"/>
                  </a:cubicBezTo>
                  <a:cubicBezTo>
                    <a:pt x="11678" y="3863"/>
                    <a:pt x="11678" y="4122"/>
                    <a:pt x="11848" y="4282"/>
                  </a:cubicBezTo>
                  <a:lnTo>
                    <a:pt x="12053" y="4496"/>
                  </a:lnTo>
                  <a:lnTo>
                    <a:pt x="866" y="15692"/>
                  </a:lnTo>
                  <a:cubicBezTo>
                    <a:pt x="705" y="15853"/>
                    <a:pt x="705" y="16112"/>
                    <a:pt x="866" y="16272"/>
                  </a:cubicBezTo>
                  <a:lnTo>
                    <a:pt x="2588" y="18003"/>
                  </a:lnTo>
                  <a:lnTo>
                    <a:pt x="161" y="20429"/>
                  </a:lnTo>
                  <a:cubicBezTo>
                    <a:pt x="1" y="20590"/>
                    <a:pt x="1" y="20849"/>
                    <a:pt x="161" y="21009"/>
                  </a:cubicBezTo>
                  <a:cubicBezTo>
                    <a:pt x="242" y="21090"/>
                    <a:pt x="349" y="21134"/>
                    <a:pt x="456" y="21134"/>
                  </a:cubicBezTo>
                  <a:cubicBezTo>
                    <a:pt x="563" y="21134"/>
                    <a:pt x="661" y="21090"/>
                    <a:pt x="741" y="21009"/>
                  </a:cubicBezTo>
                  <a:lnTo>
                    <a:pt x="3177" y="18583"/>
                  </a:lnTo>
                  <a:lnTo>
                    <a:pt x="4898" y="20313"/>
                  </a:lnTo>
                  <a:cubicBezTo>
                    <a:pt x="4979" y="20394"/>
                    <a:pt x="5086" y="20429"/>
                    <a:pt x="5193" y="20429"/>
                  </a:cubicBezTo>
                  <a:cubicBezTo>
                    <a:pt x="5300" y="20429"/>
                    <a:pt x="5407" y="20394"/>
                    <a:pt x="5487" y="20313"/>
                  </a:cubicBezTo>
                  <a:lnTo>
                    <a:pt x="16674" y="9118"/>
                  </a:lnTo>
                  <a:lnTo>
                    <a:pt x="16888" y="9332"/>
                  </a:lnTo>
                  <a:cubicBezTo>
                    <a:pt x="16969" y="9412"/>
                    <a:pt x="17076" y="9448"/>
                    <a:pt x="17183" y="9448"/>
                  </a:cubicBezTo>
                  <a:cubicBezTo>
                    <a:pt x="17281" y="9448"/>
                    <a:pt x="17388" y="9412"/>
                    <a:pt x="17468" y="9332"/>
                  </a:cubicBezTo>
                  <a:cubicBezTo>
                    <a:pt x="17629" y="9171"/>
                    <a:pt x="17629" y="8903"/>
                    <a:pt x="17468" y="8743"/>
                  </a:cubicBezTo>
                  <a:lnTo>
                    <a:pt x="16969" y="8243"/>
                  </a:lnTo>
                  <a:lnTo>
                    <a:pt x="15238" y="6513"/>
                  </a:lnTo>
                  <a:lnTo>
                    <a:pt x="17941" y="3818"/>
                  </a:lnTo>
                  <a:lnTo>
                    <a:pt x="19350" y="5228"/>
                  </a:lnTo>
                  <a:cubicBezTo>
                    <a:pt x="19431" y="5308"/>
                    <a:pt x="19538" y="5344"/>
                    <a:pt x="19636" y="5344"/>
                  </a:cubicBezTo>
                  <a:cubicBezTo>
                    <a:pt x="19743" y="5344"/>
                    <a:pt x="19850" y="5308"/>
                    <a:pt x="19930" y="5228"/>
                  </a:cubicBezTo>
                  <a:lnTo>
                    <a:pt x="21054" y="4104"/>
                  </a:lnTo>
                  <a:cubicBezTo>
                    <a:pt x="21215" y="3943"/>
                    <a:pt x="21215" y="3685"/>
                    <a:pt x="21054" y="3524"/>
                  </a:cubicBezTo>
                  <a:lnTo>
                    <a:pt x="20840" y="3301"/>
                  </a:lnTo>
                  <a:cubicBezTo>
                    <a:pt x="20760" y="3221"/>
                    <a:pt x="20653" y="3181"/>
                    <a:pt x="20546" y="3181"/>
                  </a:cubicBezTo>
                  <a:cubicBezTo>
                    <a:pt x="20439" y="3181"/>
                    <a:pt x="20332" y="3221"/>
                    <a:pt x="20251" y="3301"/>
                  </a:cubicBezTo>
                  <a:cubicBezTo>
                    <a:pt x="20118" y="3444"/>
                    <a:pt x="20100" y="3640"/>
                    <a:pt x="20189" y="3801"/>
                  </a:cubicBezTo>
                  <a:lnTo>
                    <a:pt x="19636" y="4345"/>
                  </a:lnTo>
                  <a:lnTo>
                    <a:pt x="16826" y="1535"/>
                  </a:lnTo>
                  <a:lnTo>
                    <a:pt x="17361" y="999"/>
                  </a:lnTo>
                  <a:lnTo>
                    <a:pt x="18387" y="2025"/>
                  </a:lnTo>
                  <a:cubicBezTo>
                    <a:pt x="18467" y="2106"/>
                    <a:pt x="18574" y="2146"/>
                    <a:pt x="18681" y="2146"/>
                  </a:cubicBezTo>
                  <a:cubicBezTo>
                    <a:pt x="18788" y="2146"/>
                    <a:pt x="18895" y="2106"/>
                    <a:pt x="18976" y="2025"/>
                  </a:cubicBezTo>
                  <a:cubicBezTo>
                    <a:pt x="19136" y="1865"/>
                    <a:pt x="19136" y="1606"/>
                    <a:pt x="18976" y="1445"/>
                  </a:cubicBezTo>
                  <a:lnTo>
                    <a:pt x="17655" y="125"/>
                  </a:lnTo>
                  <a:cubicBezTo>
                    <a:pt x="17575" y="45"/>
                    <a:pt x="17468" y="0"/>
                    <a:pt x="17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D088E5-D80B-48FC-9491-3D9EA944B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24" y="993872"/>
            <a:ext cx="5239952" cy="389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41"/>
          <p:cNvSpPr txBox="1">
            <a:spLocks noGrp="1"/>
          </p:cNvSpPr>
          <p:nvPr>
            <p:ph type="title" idx="2"/>
          </p:nvPr>
        </p:nvSpPr>
        <p:spPr>
          <a:xfrm>
            <a:off x="84221" y="1746150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DIAGRAMA </a:t>
            </a:r>
            <a:br>
              <a:rPr lang="en" sz="4000" dirty="0"/>
            </a:br>
            <a:r>
              <a:rPr lang="en" sz="4000" dirty="0"/>
              <a:t>DE CLASES</a:t>
            </a:r>
            <a:endParaRPr sz="4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1F2AD99-3F3B-4E60-B0C0-521C107D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428" y="252663"/>
            <a:ext cx="6127681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41"/>
          <p:cNvSpPr txBox="1">
            <a:spLocks noGrp="1"/>
          </p:cNvSpPr>
          <p:nvPr>
            <p:ph type="title" idx="2"/>
          </p:nvPr>
        </p:nvSpPr>
        <p:spPr>
          <a:xfrm>
            <a:off x="84221" y="1746150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DIAGRAMA </a:t>
            </a:r>
            <a:br>
              <a:rPr lang="en" sz="4000" dirty="0"/>
            </a:br>
            <a:r>
              <a:rPr lang="en" sz="4000" dirty="0"/>
              <a:t>DE CLASES</a:t>
            </a:r>
            <a:endParaRPr sz="4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1F2AD99-3F3B-4E60-B0C0-521C107D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428" y="252663"/>
            <a:ext cx="6127681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638482"/>
      </p:ext>
    </p:extLst>
  </p:cSld>
  <p:clrMapOvr>
    <a:masterClrMapping/>
  </p:clrMapOvr>
  <p:transition spd="slow" advTm="20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55"/>
          <p:cNvSpPr txBox="1">
            <a:spLocks noGrp="1"/>
          </p:cNvSpPr>
          <p:nvPr>
            <p:ph type="title"/>
          </p:nvPr>
        </p:nvSpPr>
        <p:spPr>
          <a:xfrm>
            <a:off x="5689602" y="184660"/>
            <a:ext cx="2862713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SECUENCIAS</a:t>
            </a:r>
            <a:endParaRPr dirty="0"/>
          </a:p>
        </p:txBody>
      </p:sp>
      <p:grpSp>
        <p:nvGrpSpPr>
          <p:cNvPr id="4201" name="Google Shape;4201;p55"/>
          <p:cNvGrpSpPr/>
          <p:nvPr/>
        </p:nvGrpSpPr>
        <p:grpSpPr>
          <a:xfrm flipH="1">
            <a:off x="149769" y="214602"/>
            <a:ext cx="5084382" cy="4247039"/>
            <a:chOff x="1835466" y="929768"/>
            <a:chExt cx="2388300" cy="3284100"/>
          </a:xfrm>
        </p:grpSpPr>
        <p:sp>
          <p:nvSpPr>
            <p:cNvPr id="4202" name="Google Shape;4202;p55"/>
            <p:cNvSpPr/>
            <p:nvPr/>
          </p:nvSpPr>
          <p:spPr>
            <a:xfrm>
              <a:off x="1835466" y="929768"/>
              <a:ext cx="2388300" cy="3284100"/>
            </a:xfrm>
            <a:prstGeom prst="roundRect">
              <a:avLst>
                <a:gd name="adj" fmla="val 4846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2010540" y="1124747"/>
              <a:ext cx="2038200" cy="29091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2947422" y="4067543"/>
              <a:ext cx="164400" cy="97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FDCE421F-3218-45D9-9469-0ED24F3AB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77" y="467346"/>
            <a:ext cx="4384559" cy="37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3514;p41">
            <a:extLst>
              <a:ext uri="{FF2B5EF4-FFF2-40B4-BE49-F238E27FC236}">
                <a16:creationId xmlns:a16="http://schemas.microsoft.com/office/drawing/2014/main" id="{CB332912-9FB0-4BB2-8366-AF2D7319AAF4}"/>
              </a:ext>
            </a:extLst>
          </p:cNvPr>
          <p:cNvSpPr txBox="1">
            <a:spLocks/>
          </p:cNvSpPr>
          <p:nvPr/>
        </p:nvSpPr>
        <p:spPr>
          <a:xfrm>
            <a:off x="5913496" y="2386041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Conectarse</a:t>
            </a:r>
          </a:p>
        </p:txBody>
      </p:sp>
    </p:spTree>
    <p:extLst>
      <p:ext uri="{BB962C8B-B14F-4D97-AF65-F5344CB8AC3E}">
        <p14:creationId xmlns:p14="http://schemas.microsoft.com/office/powerpoint/2010/main" val="3488574454"/>
      </p:ext>
    </p:extLst>
  </p:cSld>
  <p:clrMapOvr>
    <a:masterClrMapping/>
  </p:clrMapOvr>
  <p:transition spd="slow" advTm="20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55"/>
          <p:cNvSpPr txBox="1">
            <a:spLocks noGrp="1"/>
          </p:cNvSpPr>
          <p:nvPr>
            <p:ph type="title"/>
          </p:nvPr>
        </p:nvSpPr>
        <p:spPr>
          <a:xfrm>
            <a:off x="5689602" y="184660"/>
            <a:ext cx="2862713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SECUENCIAS</a:t>
            </a:r>
            <a:endParaRPr dirty="0"/>
          </a:p>
        </p:txBody>
      </p:sp>
      <p:grpSp>
        <p:nvGrpSpPr>
          <p:cNvPr id="4201" name="Google Shape;4201;p55"/>
          <p:cNvGrpSpPr/>
          <p:nvPr/>
        </p:nvGrpSpPr>
        <p:grpSpPr>
          <a:xfrm flipH="1">
            <a:off x="149770" y="214602"/>
            <a:ext cx="4422229" cy="4664826"/>
            <a:chOff x="1835466" y="929768"/>
            <a:chExt cx="2388300" cy="3284100"/>
          </a:xfrm>
        </p:grpSpPr>
        <p:sp>
          <p:nvSpPr>
            <p:cNvPr id="4202" name="Google Shape;4202;p55"/>
            <p:cNvSpPr/>
            <p:nvPr/>
          </p:nvSpPr>
          <p:spPr>
            <a:xfrm>
              <a:off x="1835466" y="929768"/>
              <a:ext cx="2388300" cy="3284100"/>
            </a:xfrm>
            <a:prstGeom prst="roundRect">
              <a:avLst>
                <a:gd name="adj" fmla="val 4846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2010540" y="1124747"/>
              <a:ext cx="2038200" cy="29091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2947422" y="4067543"/>
              <a:ext cx="164400" cy="97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B2E0CA44-024C-4FD9-BC4D-831DBD521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27" y="476851"/>
            <a:ext cx="3732614" cy="412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3514;p41">
            <a:extLst>
              <a:ext uri="{FF2B5EF4-FFF2-40B4-BE49-F238E27FC236}">
                <a16:creationId xmlns:a16="http://schemas.microsoft.com/office/drawing/2014/main" id="{1AE80FDA-26BD-4CFD-9D8D-277E0A0B6439}"/>
              </a:ext>
            </a:extLst>
          </p:cNvPr>
          <p:cNvSpPr txBox="1">
            <a:spLocks/>
          </p:cNvSpPr>
          <p:nvPr/>
        </p:nvSpPr>
        <p:spPr>
          <a:xfrm>
            <a:off x="6019938" y="2386041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Gestión Citas</a:t>
            </a:r>
          </a:p>
        </p:txBody>
      </p:sp>
    </p:spTree>
    <p:extLst>
      <p:ext uri="{BB962C8B-B14F-4D97-AF65-F5344CB8AC3E}">
        <p14:creationId xmlns:p14="http://schemas.microsoft.com/office/powerpoint/2010/main" val="2937043692"/>
      </p:ext>
    </p:extLst>
  </p:cSld>
  <p:clrMapOvr>
    <a:masterClrMapping/>
  </p:clrMapOvr>
  <p:transition spd="slow" advTm="20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55"/>
          <p:cNvSpPr txBox="1">
            <a:spLocks noGrp="1"/>
          </p:cNvSpPr>
          <p:nvPr>
            <p:ph type="title"/>
          </p:nvPr>
        </p:nvSpPr>
        <p:spPr>
          <a:xfrm>
            <a:off x="5689602" y="184660"/>
            <a:ext cx="2862713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SECUENCIAS</a:t>
            </a:r>
            <a:endParaRPr dirty="0"/>
          </a:p>
        </p:txBody>
      </p:sp>
      <p:grpSp>
        <p:nvGrpSpPr>
          <p:cNvPr id="4201" name="Google Shape;4201;p55"/>
          <p:cNvGrpSpPr/>
          <p:nvPr/>
        </p:nvGrpSpPr>
        <p:grpSpPr>
          <a:xfrm flipH="1">
            <a:off x="149768" y="214602"/>
            <a:ext cx="4853415" cy="4680591"/>
            <a:chOff x="1835466" y="929768"/>
            <a:chExt cx="2388300" cy="3284100"/>
          </a:xfrm>
        </p:grpSpPr>
        <p:sp>
          <p:nvSpPr>
            <p:cNvPr id="4202" name="Google Shape;4202;p55"/>
            <p:cNvSpPr/>
            <p:nvPr/>
          </p:nvSpPr>
          <p:spPr>
            <a:xfrm>
              <a:off x="1835466" y="929768"/>
              <a:ext cx="2388300" cy="3284100"/>
            </a:xfrm>
            <a:prstGeom prst="roundRect">
              <a:avLst>
                <a:gd name="adj" fmla="val 4846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2010540" y="1124747"/>
              <a:ext cx="2038200" cy="29091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2947422" y="4067543"/>
              <a:ext cx="164400" cy="97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F17182F7-9948-48FD-934D-079DA8F76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23"/>
          <a:stretch/>
        </p:blipFill>
        <p:spPr bwMode="auto">
          <a:xfrm>
            <a:off x="534986" y="519778"/>
            <a:ext cx="4112419" cy="410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3514;p41">
            <a:extLst>
              <a:ext uri="{FF2B5EF4-FFF2-40B4-BE49-F238E27FC236}">
                <a16:creationId xmlns:a16="http://schemas.microsoft.com/office/drawing/2014/main" id="{5F0F3E64-1667-4C87-A536-E2A092716D26}"/>
              </a:ext>
            </a:extLst>
          </p:cNvPr>
          <p:cNvSpPr txBox="1">
            <a:spLocks/>
          </p:cNvSpPr>
          <p:nvPr/>
        </p:nvSpPr>
        <p:spPr>
          <a:xfrm>
            <a:off x="5759807" y="2244152"/>
            <a:ext cx="5416253" cy="82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Consultar Datos</a:t>
            </a:r>
          </a:p>
        </p:txBody>
      </p:sp>
    </p:spTree>
    <p:extLst>
      <p:ext uri="{BB962C8B-B14F-4D97-AF65-F5344CB8AC3E}">
        <p14:creationId xmlns:p14="http://schemas.microsoft.com/office/powerpoint/2010/main" val="3156458343"/>
      </p:ext>
    </p:extLst>
  </p:cSld>
  <p:clrMapOvr>
    <a:masterClrMapping/>
  </p:clrMapOvr>
  <p:transition spd="slow" advTm="20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1" name="Google Shape;3711;p44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ESTRATEGIAS Y HERRAMIENTAS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713" name="Google Shape;3713;p44"/>
          <p:cNvSpPr txBox="1"/>
          <p:nvPr/>
        </p:nvSpPr>
        <p:spPr>
          <a:xfrm>
            <a:off x="7108799" y="1770725"/>
            <a:ext cx="1562235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MAGICDRAW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15" name="Google Shape;3715;p44"/>
          <p:cNvSpPr txBox="1"/>
          <p:nvPr/>
        </p:nvSpPr>
        <p:spPr>
          <a:xfrm>
            <a:off x="5147886" y="1767829"/>
            <a:ext cx="1315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TRELLO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17" name="Google Shape;3717;p44"/>
          <p:cNvSpPr txBox="1"/>
          <p:nvPr/>
        </p:nvSpPr>
        <p:spPr>
          <a:xfrm>
            <a:off x="7108800" y="3284775"/>
            <a:ext cx="1315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ECLIPSE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19" name="Google Shape;3719;p44"/>
          <p:cNvSpPr txBox="1"/>
          <p:nvPr/>
        </p:nvSpPr>
        <p:spPr>
          <a:xfrm>
            <a:off x="5147886" y="3303525"/>
            <a:ext cx="1315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C2213A"/>
                </a:solidFill>
                <a:latin typeface="Rubik"/>
                <a:ea typeface="Rubik"/>
                <a:cs typeface="Rubik"/>
                <a:sym typeface="Rubik"/>
              </a:rPr>
              <a:t>GIT</a:t>
            </a:r>
            <a:endParaRPr sz="2000" b="1" dirty="0">
              <a:solidFill>
                <a:srgbClr val="C2213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3721" name="Google Shape;3721;p44"/>
          <p:cNvGrpSpPr/>
          <p:nvPr/>
        </p:nvGrpSpPr>
        <p:grpSpPr>
          <a:xfrm>
            <a:off x="4856914" y="1880813"/>
            <a:ext cx="182702" cy="182722"/>
            <a:chOff x="4856914" y="1880813"/>
            <a:chExt cx="182702" cy="182722"/>
          </a:xfrm>
        </p:grpSpPr>
        <p:sp>
          <p:nvSpPr>
            <p:cNvPr id="3722" name="Google Shape;3722;p44"/>
            <p:cNvSpPr/>
            <p:nvPr/>
          </p:nvSpPr>
          <p:spPr>
            <a:xfrm>
              <a:off x="4856916" y="18808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44"/>
            <p:cNvSpPr/>
            <p:nvPr/>
          </p:nvSpPr>
          <p:spPr>
            <a:xfrm>
              <a:off x="4856914" y="18808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4" name="Google Shape;3724;p44"/>
          <p:cNvGrpSpPr/>
          <p:nvPr/>
        </p:nvGrpSpPr>
        <p:grpSpPr>
          <a:xfrm>
            <a:off x="6788189" y="1880813"/>
            <a:ext cx="182702" cy="182722"/>
            <a:chOff x="6788189" y="1880813"/>
            <a:chExt cx="182702" cy="182722"/>
          </a:xfrm>
        </p:grpSpPr>
        <p:sp>
          <p:nvSpPr>
            <p:cNvPr id="3725" name="Google Shape;3725;p44"/>
            <p:cNvSpPr/>
            <p:nvPr/>
          </p:nvSpPr>
          <p:spPr>
            <a:xfrm>
              <a:off x="6788191" y="18808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44"/>
            <p:cNvSpPr/>
            <p:nvPr/>
          </p:nvSpPr>
          <p:spPr>
            <a:xfrm>
              <a:off x="6788189" y="18808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7" name="Google Shape;3727;p44"/>
          <p:cNvGrpSpPr/>
          <p:nvPr/>
        </p:nvGrpSpPr>
        <p:grpSpPr>
          <a:xfrm>
            <a:off x="4856914" y="3394113"/>
            <a:ext cx="182702" cy="182722"/>
            <a:chOff x="4856914" y="3394113"/>
            <a:chExt cx="182702" cy="182722"/>
          </a:xfrm>
        </p:grpSpPr>
        <p:sp>
          <p:nvSpPr>
            <p:cNvPr id="3728" name="Google Shape;3728;p44"/>
            <p:cNvSpPr/>
            <p:nvPr/>
          </p:nvSpPr>
          <p:spPr>
            <a:xfrm>
              <a:off x="4856916" y="33941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44"/>
            <p:cNvSpPr/>
            <p:nvPr/>
          </p:nvSpPr>
          <p:spPr>
            <a:xfrm>
              <a:off x="4856914" y="33941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0" name="Google Shape;3730;p44"/>
          <p:cNvGrpSpPr/>
          <p:nvPr/>
        </p:nvGrpSpPr>
        <p:grpSpPr>
          <a:xfrm>
            <a:off x="6788189" y="3394113"/>
            <a:ext cx="182702" cy="182722"/>
            <a:chOff x="6788189" y="3394113"/>
            <a:chExt cx="182702" cy="182722"/>
          </a:xfrm>
        </p:grpSpPr>
        <p:sp>
          <p:nvSpPr>
            <p:cNvPr id="3731" name="Google Shape;3731;p44"/>
            <p:cNvSpPr/>
            <p:nvPr/>
          </p:nvSpPr>
          <p:spPr>
            <a:xfrm>
              <a:off x="6788191" y="3394113"/>
              <a:ext cx="182700" cy="182700"/>
            </a:xfrm>
            <a:prstGeom prst="pie">
              <a:avLst>
                <a:gd name="adj1" fmla="val 16213404"/>
                <a:gd name="adj2" fmla="val 5447568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44"/>
            <p:cNvSpPr/>
            <p:nvPr/>
          </p:nvSpPr>
          <p:spPr>
            <a:xfrm>
              <a:off x="6788189" y="3394135"/>
              <a:ext cx="182700" cy="182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Picture 2" descr="Ciclo de Vida del Software">
            <a:extLst>
              <a:ext uri="{FF2B5EF4-FFF2-40B4-BE49-F238E27FC236}">
                <a16:creationId xmlns:a16="http://schemas.microsoft.com/office/drawing/2014/main" id="{9C2CCDE2-9701-400A-AE40-C0D568C9A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0" y="1646708"/>
            <a:ext cx="4533330" cy="254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20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p54"/>
          <p:cNvSpPr txBox="1">
            <a:spLocks noGrp="1"/>
          </p:cNvSpPr>
          <p:nvPr>
            <p:ph type="title"/>
          </p:nvPr>
        </p:nvSpPr>
        <p:spPr>
          <a:xfrm>
            <a:off x="-318411" y="990685"/>
            <a:ext cx="2785800" cy="174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Despliegue</a:t>
            </a:r>
            <a:endParaRPr dirty="0"/>
          </a:p>
        </p:txBody>
      </p:sp>
      <p:grpSp>
        <p:nvGrpSpPr>
          <p:cNvPr id="4188" name="Google Shape;4188;p54"/>
          <p:cNvGrpSpPr/>
          <p:nvPr/>
        </p:nvGrpSpPr>
        <p:grpSpPr>
          <a:xfrm>
            <a:off x="2743201" y="199380"/>
            <a:ext cx="6204566" cy="4349842"/>
            <a:chOff x="720010" y="1419647"/>
            <a:chExt cx="4021500" cy="3062887"/>
          </a:xfrm>
        </p:grpSpPr>
        <p:sp>
          <p:nvSpPr>
            <p:cNvPr id="4189" name="Google Shape;4189;p54"/>
            <p:cNvSpPr/>
            <p:nvPr/>
          </p:nvSpPr>
          <p:spPr>
            <a:xfrm>
              <a:off x="720010" y="1419647"/>
              <a:ext cx="4021500" cy="2544300"/>
            </a:xfrm>
            <a:prstGeom prst="roundRect">
              <a:avLst>
                <a:gd name="adj" fmla="val 3857"/>
              </a:avLst>
            </a:pr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54"/>
            <p:cNvSpPr/>
            <p:nvPr/>
          </p:nvSpPr>
          <p:spPr>
            <a:xfrm>
              <a:off x="747353" y="1447364"/>
              <a:ext cx="3966900" cy="2488800"/>
            </a:xfrm>
            <a:prstGeom prst="roundRect">
              <a:avLst>
                <a:gd name="adj" fmla="val 3282"/>
              </a:avLst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54"/>
            <p:cNvSpPr/>
            <p:nvPr/>
          </p:nvSpPr>
          <p:spPr>
            <a:xfrm>
              <a:off x="858158" y="1548119"/>
              <a:ext cx="3748500" cy="22857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54"/>
            <p:cNvSpPr/>
            <p:nvPr/>
          </p:nvSpPr>
          <p:spPr>
            <a:xfrm>
              <a:off x="2042408" y="3963886"/>
              <a:ext cx="1373274" cy="518648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193" name="Google Shape;4193;p54"/>
            <p:cNvCxnSpPr/>
            <p:nvPr/>
          </p:nvCxnSpPr>
          <p:spPr>
            <a:xfrm>
              <a:off x="2057250" y="4433452"/>
              <a:ext cx="1353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BDC48F92-54EE-40B9-8C09-02B8D61B5712}"/>
              </a:ext>
            </a:extLst>
          </p:cNvPr>
          <p:cNvSpPr/>
          <p:nvPr/>
        </p:nvSpPr>
        <p:spPr>
          <a:xfrm>
            <a:off x="2968746" y="381833"/>
            <a:ext cx="5770964" cy="32460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s-ES" b="1" dirty="0">
                <a:latin typeface="Rubik" panose="020B0604020202020204" charset="-79"/>
                <a:cs typeface="Rubik" panose="020B0604020202020204" charset="-79"/>
              </a:rPr>
              <a:t>Actividades de despliegue:</a:t>
            </a:r>
          </a:p>
          <a:p>
            <a:pPr marL="0" indent="0">
              <a:buNone/>
            </a:pPr>
            <a:endParaRPr lang="es-ES" b="1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Lanzamiento – Entrega del proyecto y publicación 	en GitHub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Instalación y activación – Importar el proyecto de 	eclipse usando clone, ejecutar el proyecto, 	acceder a la dirección especificada en la consola y 	darse de alta en el sistema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Desactivación – darse de baja en el sistema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Desinstalación – Eliminar el proyecto de eclipse del sistema</a:t>
            </a:r>
          </a:p>
          <a:p>
            <a:pPr algn="just"/>
            <a:endParaRPr lang="es-ES" dirty="0">
              <a:latin typeface="Rubik" panose="020B0604020202020204" charset="-79"/>
              <a:cs typeface="Rubik" panose="020B0604020202020204" charset="-79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Actualizaciones – Acceder a la versión más reciente del código en el repositorio Git usando </a:t>
            </a:r>
            <a:r>
              <a:rPr lang="es-ES" dirty="0" err="1">
                <a:latin typeface="Rubik" panose="020B0604020202020204" charset="-79"/>
                <a:cs typeface="Rubik" panose="020B0604020202020204" charset="-79"/>
              </a:rPr>
              <a:t>pull</a:t>
            </a:r>
            <a:r>
              <a:rPr lang="es-ES" dirty="0">
                <a:latin typeface="Rubik" panose="020B0604020202020204" charset="-79"/>
                <a:cs typeface="Rubik" panose="020B0604020202020204" charset="-79"/>
              </a:rPr>
              <a:t>. 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3218141"/>
      </p:ext>
    </p:extLst>
  </p:cSld>
  <p:clrMapOvr>
    <a:masterClrMapping/>
  </p:clrMapOvr>
  <p:transition spd="slow" advTm="20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p43"/>
          <p:cNvSpPr txBox="1">
            <a:spLocks noGrp="1"/>
          </p:cNvSpPr>
          <p:nvPr>
            <p:ph type="title"/>
          </p:nvPr>
        </p:nvSpPr>
        <p:spPr>
          <a:xfrm>
            <a:off x="-2160704" y="83363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</a:t>
            </a:r>
            <a:endParaRPr dirty="0"/>
          </a:p>
        </p:txBody>
      </p:sp>
      <p:sp>
        <p:nvSpPr>
          <p:cNvPr id="149" name="Google Shape;3514;p41">
            <a:extLst>
              <a:ext uri="{FF2B5EF4-FFF2-40B4-BE49-F238E27FC236}">
                <a16:creationId xmlns:a16="http://schemas.microsoft.com/office/drawing/2014/main" id="{1D981990-0240-4FB7-9887-9929036E43DD}"/>
              </a:ext>
            </a:extLst>
          </p:cNvPr>
          <p:cNvSpPr txBox="1">
            <a:spLocks/>
          </p:cNvSpPr>
          <p:nvPr/>
        </p:nvSpPr>
        <p:spPr>
          <a:xfrm>
            <a:off x="186267" y="3979828"/>
            <a:ext cx="11443145" cy="180926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0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DEMO:</a:t>
            </a: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Registro de usuarios</a:t>
            </a:r>
          </a:p>
          <a:p>
            <a:endParaRPr lang="es-ES" sz="12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Modificación de usuarios</a:t>
            </a:r>
          </a:p>
          <a:p>
            <a:endParaRPr lang="es-ES" sz="12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Listados (</a:t>
            </a:r>
            <a:r>
              <a:rPr lang="es-ES" sz="1200" dirty="0" err="1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hospitales,vacunas</a:t>
            </a: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,…)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2"/>
                </a:solidFill>
                <a:latin typeface=" Rubik Light"/>
                <a:cs typeface="Rubik" panose="020B0604020202020204" charset="-79"/>
              </a:rPr>
              <a:t>Geolocalización</a:t>
            </a: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  <a:p>
            <a:endParaRPr lang="es-ES" sz="2000" dirty="0">
              <a:solidFill>
                <a:schemeClr val="accent2"/>
              </a:solidFill>
              <a:latin typeface=" Rubik Light"/>
              <a:cs typeface="Rubik" panose="020B0604020202020204" charset="-79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C91B37-53D0-44CD-9503-69E5CD57C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418" y="595746"/>
            <a:ext cx="6897755" cy="324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050489"/>
      </p:ext>
    </p:extLst>
  </p:cSld>
  <p:clrMapOvr>
    <a:masterClrMapping/>
  </p:clrMapOvr>
  <p:transition spd="slow" advTm="20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43"/>
          <p:cNvSpPr/>
          <p:nvPr/>
        </p:nvSpPr>
        <p:spPr>
          <a:xfrm>
            <a:off x="4331550" y="2975100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86" name="Google Shape;3586;p43"/>
          <p:cNvSpPr txBox="1">
            <a:spLocks noGrp="1"/>
          </p:cNvSpPr>
          <p:nvPr>
            <p:ph type="title"/>
          </p:nvPr>
        </p:nvSpPr>
        <p:spPr>
          <a:xfrm>
            <a:off x="720000" y="4185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sp>
        <p:nvSpPr>
          <p:cNvPr id="3589" name="Google Shape;3589;p43"/>
          <p:cNvSpPr txBox="1">
            <a:spLocks noGrp="1"/>
          </p:cNvSpPr>
          <p:nvPr>
            <p:ph type="subTitle" idx="3"/>
          </p:nvPr>
        </p:nvSpPr>
        <p:spPr>
          <a:xfrm>
            <a:off x="3004394" y="3539216"/>
            <a:ext cx="3279464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 volviera a empezar de 0</a:t>
            </a:r>
            <a:endParaRPr dirty="0"/>
          </a:p>
        </p:txBody>
      </p:sp>
      <p:sp>
        <p:nvSpPr>
          <p:cNvPr id="3590" name="Google Shape;3590;p43"/>
          <p:cNvSpPr txBox="1">
            <a:spLocks noGrp="1"/>
          </p:cNvSpPr>
          <p:nvPr>
            <p:ph type="subTitle" idx="4"/>
          </p:nvPr>
        </p:nvSpPr>
        <p:spPr>
          <a:xfrm>
            <a:off x="3572850" y="3994500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Especificación de funcionalidades</a:t>
            </a:r>
            <a:endParaRPr dirty="0"/>
          </a:p>
        </p:txBody>
      </p:sp>
      <p:sp>
        <p:nvSpPr>
          <p:cNvPr id="3593" name="Google Shape;3593;p43"/>
          <p:cNvSpPr txBox="1">
            <a:spLocks noGrp="1"/>
          </p:cNvSpPr>
          <p:nvPr>
            <p:ph type="subTitle" idx="7"/>
          </p:nvPr>
        </p:nvSpPr>
        <p:spPr>
          <a:xfrm>
            <a:off x="720000" y="1827600"/>
            <a:ext cx="2428836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Cambios respecto al original</a:t>
            </a:r>
            <a:endParaRPr dirty="0"/>
          </a:p>
        </p:txBody>
      </p:sp>
      <p:sp>
        <p:nvSpPr>
          <p:cNvPr id="3594" name="Google Shape;3594;p43"/>
          <p:cNvSpPr txBox="1">
            <a:spLocks noGrp="1"/>
          </p:cNvSpPr>
          <p:nvPr>
            <p:ph type="subTitle" idx="8"/>
          </p:nvPr>
        </p:nvSpPr>
        <p:spPr>
          <a:xfrm>
            <a:off x="630685" y="2355727"/>
            <a:ext cx="222258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Cambios sobre diagramas</a:t>
            </a:r>
            <a:endParaRPr dirty="0"/>
          </a:p>
        </p:txBody>
      </p:sp>
      <p:sp>
        <p:nvSpPr>
          <p:cNvPr id="3595" name="Google Shape;3595;p43"/>
          <p:cNvSpPr txBox="1">
            <a:spLocks noGrp="1"/>
          </p:cNvSpPr>
          <p:nvPr>
            <p:ph type="subTitle" idx="9"/>
          </p:nvPr>
        </p:nvSpPr>
        <p:spPr>
          <a:xfrm>
            <a:off x="3430834" y="1798752"/>
            <a:ext cx="2264185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Problemas encontrados</a:t>
            </a:r>
            <a:endParaRPr dirty="0"/>
          </a:p>
        </p:txBody>
      </p:sp>
      <p:sp>
        <p:nvSpPr>
          <p:cNvPr id="3596" name="Google Shape;3596;p43"/>
          <p:cNvSpPr txBox="1">
            <a:spLocks noGrp="1"/>
          </p:cNvSpPr>
          <p:nvPr>
            <p:ph type="subTitle" idx="13"/>
          </p:nvPr>
        </p:nvSpPr>
        <p:spPr>
          <a:xfrm>
            <a:off x="3536224" y="2312968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Login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Base de datos H2</a:t>
            </a:r>
            <a:endParaRPr dirty="0"/>
          </a:p>
        </p:txBody>
      </p:sp>
      <p:sp>
        <p:nvSpPr>
          <p:cNvPr id="3597" name="Google Shape;3597;p43"/>
          <p:cNvSpPr txBox="1">
            <a:spLocks noGrp="1"/>
          </p:cNvSpPr>
          <p:nvPr>
            <p:ph type="subTitle" idx="14"/>
          </p:nvPr>
        </p:nvSpPr>
        <p:spPr>
          <a:xfrm>
            <a:off x="6425700" y="1827600"/>
            <a:ext cx="1998300" cy="40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Mejoras futuras</a:t>
            </a:r>
            <a:endParaRPr dirty="0"/>
          </a:p>
        </p:txBody>
      </p:sp>
      <p:sp>
        <p:nvSpPr>
          <p:cNvPr id="3598" name="Google Shape;3598;p43"/>
          <p:cNvSpPr txBox="1">
            <a:spLocks noGrp="1"/>
          </p:cNvSpPr>
          <p:nvPr>
            <p:ph type="subTitle" idx="15"/>
          </p:nvPr>
        </p:nvSpPr>
        <p:spPr>
          <a:xfrm>
            <a:off x="6415525" y="2305643"/>
            <a:ext cx="1998300" cy="6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Trabajar las funcionalidades principales</a:t>
            </a:r>
            <a:endParaRPr dirty="0"/>
          </a:p>
        </p:txBody>
      </p:sp>
      <p:sp>
        <p:nvSpPr>
          <p:cNvPr id="3599" name="Google Shape;3599;p43"/>
          <p:cNvSpPr/>
          <p:nvPr/>
        </p:nvSpPr>
        <p:spPr>
          <a:xfrm>
            <a:off x="1478700" y="1209463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0" name="Google Shape;3600;p43"/>
          <p:cNvSpPr/>
          <p:nvPr/>
        </p:nvSpPr>
        <p:spPr>
          <a:xfrm>
            <a:off x="4331550" y="1209463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1" name="Google Shape;3601;p43"/>
          <p:cNvSpPr/>
          <p:nvPr/>
        </p:nvSpPr>
        <p:spPr>
          <a:xfrm>
            <a:off x="7184400" y="1209463"/>
            <a:ext cx="480900" cy="48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2" name="Google Shape;3602;p43"/>
          <p:cNvSpPr/>
          <p:nvPr/>
        </p:nvSpPr>
        <p:spPr>
          <a:xfrm>
            <a:off x="4644126" y="1584314"/>
            <a:ext cx="28086" cy="42915"/>
          </a:xfrm>
          <a:custGeom>
            <a:avLst/>
            <a:gdLst/>
            <a:ahLst/>
            <a:cxnLst/>
            <a:rect l="l" t="t" r="r" b="b"/>
            <a:pathLst>
              <a:path w="1589" h="2428" extrusionOk="0">
                <a:moveTo>
                  <a:pt x="795" y="1"/>
                </a:moveTo>
                <a:cubicBezTo>
                  <a:pt x="331" y="206"/>
                  <a:pt x="1" y="670"/>
                  <a:pt x="1" y="1214"/>
                </a:cubicBezTo>
                <a:cubicBezTo>
                  <a:pt x="1" y="1758"/>
                  <a:pt x="331" y="2222"/>
                  <a:pt x="795" y="2427"/>
                </a:cubicBezTo>
                <a:cubicBezTo>
                  <a:pt x="1259" y="2222"/>
                  <a:pt x="1589" y="1758"/>
                  <a:pt x="1589" y="1214"/>
                </a:cubicBezTo>
                <a:cubicBezTo>
                  <a:pt x="1589" y="670"/>
                  <a:pt x="1259" y="206"/>
                  <a:pt x="79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3" name="Google Shape;3603;p43"/>
          <p:cNvSpPr/>
          <p:nvPr/>
        </p:nvSpPr>
        <p:spPr>
          <a:xfrm>
            <a:off x="4721560" y="1537652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85" y="0"/>
                </a:moveTo>
                <a:cubicBezTo>
                  <a:pt x="321" y="205"/>
                  <a:pt x="0" y="669"/>
                  <a:pt x="0" y="1204"/>
                </a:cubicBezTo>
                <a:cubicBezTo>
                  <a:pt x="0" y="1749"/>
                  <a:pt x="321" y="2212"/>
                  <a:pt x="785" y="2418"/>
                </a:cubicBezTo>
                <a:cubicBezTo>
                  <a:pt x="1258" y="2212"/>
                  <a:pt x="1579" y="1749"/>
                  <a:pt x="1579" y="1204"/>
                </a:cubicBezTo>
                <a:cubicBezTo>
                  <a:pt x="1579" y="669"/>
                  <a:pt x="1258" y="205"/>
                  <a:pt x="78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4" name="Google Shape;3604;p43"/>
          <p:cNvSpPr/>
          <p:nvPr/>
        </p:nvSpPr>
        <p:spPr>
          <a:xfrm>
            <a:off x="4721560" y="1451716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85" y="0"/>
                </a:moveTo>
                <a:cubicBezTo>
                  <a:pt x="321" y="205"/>
                  <a:pt x="0" y="669"/>
                  <a:pt x="0" y="1213"/>
                </a:cubicBezTo>
                <a:cubicBezTo>
                  <a:pt x="0" y="1749"/>
                  <a:pt x="321" y="2213"/>
                  <a:pt x="785" y="2418"/>
                </a:cubicBezTo>
                <a:cubicBezTo>
                  <a:pt x="1258" y="2213"/>
                  <a:pt x="1579" y="1749"/>
                  <a:pt x="1579" y="1213"/>
                </a:cubicBezTo>
                <a:cubicBezTo>
                  <a:pt x="1579" y="669"/>
                  <a:pt x="1258" y="205"/>
                  <a:pt x="78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5" name="Google Shape;3605;p43"/>
          <p:cNvSpPr/>
          <p:nvPr/>
        </p:nvSpPr>
        <p:spPr>
          <a:xfrm>
            <a:off x="4644285" y="1404559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86" y="1"/>
                </a:moveTo>
                <a:cubicBezTo>
                  <a:pt x="322" y="206"/>
                  <a:pt x="1" y="670"/>
                  <a:pt x="1" y="1214"/>
                </a:cubicBezTo>
                <a:cubicBezTo>
                  <a:pt x="1" y="1749"/>
                  <a:pt x="322" y="2222"/>
                  <a:pt x="786" y="2427"/>
                </a:cubicBezTo>
                <a:cubicBezTo>
                  <a:pt x="1250" y="2222"/>
                  <a:pt x="1580" y="1749"/>
                  <a:pt x="1580" y="1214"/>
                </a:cubicBezTo>
                <a:cubicBezTo>
                  <a:pt x="1580" y="670"/>
                  <a:pt x="1250" y="206"/>
                  <a:pt x="7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6" name="Google Shape;3606;p43"/>
          <p:cNvSpPr/>
          <p:nvPr/>
        </p:nvSpPr>
        <p:spPr>
          <a:xfrm>
            <a:off x="4567028" y="1541116"/>
            <a:ext cx="27926" cy="42897"/>
          </a:xfrm>
          <a:custGeom>
            <a:avLst/>
            <a:gdLst/>
            <a:ahLst/>
            <a:cxnLst/>
            <a:rect l="l" t="t" r="r" b="b"/>
            <a:pathLst>
              <a:path w="1580" h="2427" extrusionOk="0">
                <a:moveTo>
                  <a:pt x="794" y="0"/>
                </a:moveTo>
                <a:cubicBezTo>
                  <a:pt x="322" y="206"/>
                  <a:pt x="1" y="669"/>
                  <a:pt x="1" y="1214"/>
                </a:cubicBezTo>
                <a:cubicBezTo>
                  <a:pt x="1" y="1758"/>
                  <a:pt x="322" y="2222"/>
                  <a:pt x="794" y="2427"/>
                </a:cubicBezTo>
                <a:cubicBezTo>
                  <a:pt x="1258" y="2222"/>
                  <a:pt x="1580" y="1758"/>
                  <a:pt x="1580" y="1214"/>
                </a:cubicBezTo>
                <a:cubicBezTo>
                  <a:pt x="1580" y="669"/>
                  <a:pt x="1258" y="206"/>
                  <a:pt x="7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7" name="Google Shape;3607;p43"/>
          <p:cNvSpPr/>
          <p:nvPr/>
        </p:nvSpPr>
        <p:spPr>
          <a:xfrm>
            <a:off x="4489771" y="1584155"/>
            <a:ext cx="27926" cy="42756"/>
          </a:xfrm>
          <a:custGeom>
            <a:avLst/>
            <a:gdLst/>
            <a:ahLst/>
            <a:cxnLst/>
            <a:rect l="l" t="t" r="r" b="b"/>
            <a:pathLst>
              <a:path w="1580" h="2419" extrusionOk="0">
                <a:moveTo>
                  <a:pt x="794" y="1"/>
                </a:moveTo>
                <a:cubicBezTo>
                  <a:pt x="330" y="206"/>
                  <a:pt x="0" y="670"/>
                  <a:pt x="0" y="1214"/>
                </a:cubicBezTo>
                <a:cubicBezTo>
                  <a:pt x="0" y="1749"/>
                  <a:pt x="330" y="2213"/>
                  <a:pt x="794" y="2418"/>
                </a:cubicBezTo>
                <a:cubicBezTo>
                  <a:pt x="1258" y="2213"/>
                  <a:pt x="1579" y="1749"/>
                  <a:pt x="1579" y="1214"/>
                </a:cubicBezTo>
                <a:cubicBezTo>
                  <a:pt x="1579" y="670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8" name="Google Shape;3608;p43"/>
          <p:cNvSpPr/>
          <p:nvPr/>
        </p:nvSpPr>
        <p:spPr>
          <a:xfrm>
            <a:off x="4567505" y="1449967"/>
            <a:ext cx="27926" cy="42756"/>
          </a:xfrm>
          <a:custGeom>
            <a:avLst/>
            <a:gdLst/>
            <a:ahLst/>
            <a:cxnLst/>
            <a:rect l="l" t="t" r="r" b="b"/>
            <a:pathLst>
              <a:path w="1580" h="2419" extrusionOk="0">
                <a:moveTo>
                  <a:pt x="794" y="1"/>
                </a:moveTo>
                <a:cubicBezTo>
                  <a:pt x="321" y="206"/>
                  <a:pt x="0" y="670"/>
                  <a:pt x="0" y="1214"/>
                </a:cubicBezTo>
                <a:cubicBezTo>
                  <a:pt x="0" y="1749"/>
                  <a:pt x="321" y="2213"/>
                  <a:pt x="794" y="2419"/>
                </a:cubicBezTo>
                <a:cubicBezTo>
                  <a:pt x="1258" y="2213"/>
                  <a:pt x="1579" y="1749"/>
                  <a:pt x="1579" y="1214"/>
                </a:cubicBezTo>
                <a:cubicBezTo>
                  <a:pt x="1579" y="670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09" name="Google Shape;3609;p43"/>
          <p:cNvSpPr/>
          <p:nvPr/>
        </p:nvSpPr>
        <p:spPr>
          <a:xfrm>
            <a:off x="4567505" y="1272280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94" y="0"/>
                </a:moveTo>
                <a:cubicBezTo>
                  <a:pt x="321" y="205"/>
                  <a:pt x="0" y="669"/>
                  <a:pt x="0" y="1204"/>
                </a:cubicBezTo>
                <a:cubicBezTo>
                  <a:pt x="0" y="1749"/>
                  <a:pt x="321" y="2212"/>
                  <a:pt x="794" y="2418"/>
                </a:cubicBezTo>
                <a:cubicBezTo>
                  <a:pt x="1258" y="2212"/>
                  <a:pt x="1579" y="1749"/>
                  <a:pt x="1579" y="1204"/>
                </a:cubicBezTo>
                <a:cubicBezTo>
                  <a:pt x="1579" y="669"/>
                  <a:pt x="1258" y="205"/>
                  <a:pt x="7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0" name="Google Shape;3610;p43"/>
          <p:cNvSpPr/>
          <p:nvPr/>
        </p:nvSpPr>
        <p:spPr>
          <a:xfrm>
            <a:off x="4489611" y="1404559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94" y="1"/>
                </a:moveTo>
                <a:cubicBezTo>
                  <a:pt x="330" y="206"/>
                  <a:pt x="0" y="670"/>
                  <a:pt x="0" y="1214"/>
                </a:cubicBezTo>
                <a:cubicBezTo>
                  <a:pt x="0" y="1749"/>
                  <a:pt x="330" y="2222"/>
                  <a:pt x="794" y="2427"/>
                </a:cubicBezTo>
                <a:cubicBezTo>
                  <a:pt x="1258" y="2222"/>
                  <a:pt x="1579" y="1749"/>
                  <a:pt x="1579" y="1214"/>
                </a:cubicBezTo>
                <a:cubicBezTo>
                  <a:pt x="1579" y="670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1" name="Google Shape;3611;p43"/>
          <p:cNvSpPr/>
          <p:nvPr/>
        </p:nvSpPr>
        <p:spPr>
          <a:xfrm>
            <a:off x="4412336" y="1450285"/>
            <a:ext cx="27926" cy="42756"/>
          </a:xfrm>
          <a:custGeom>
            <a:avLst/>
            <a:gdLst/>
            <a:ahLst/>
            <a:cxnLst/>
            <a:rect l="l" t="t" r="r" b="b"/>
            <a:pathLst>
              <a:path w="1580" h="2419" extrusionOk="0">
                <a:moveTo>
                  <a:pt x="795" y="1"/>
                </a:moveTo>
                <a:cubicBezTo>
                  <a:pt x="322" y="206"/>
                  <a:pt x="1" y="670"/>
                  <a:pt x="1" y="1214"/>
                </a:cubicBezTo>
                <a:cubicBezTo>
                  <a:pt x="1" y="1749"/>
                  <a:pt x="322" y="2213"/>
                  <a:pt x="795" y="2418"/>
                </a:cubicBezTo>
                <a:cubicBezTo>
                  <a:pt x="1259" y="2213"/>
                  <a:pt x="1580" y="1749"/>
                  <a:pt x="1580" y="1214"/>
                </a:cubicBezTo>
                <a:cubicBezTo>
                  <a:pt x="1580" y="670"/>
                  <a:pt x="1259" y="206"/>
                  <a:pt x="79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2" name="Google Shape;3612;p43"/>
          <p:cNvSpPr/>
          <p:nvPr/>
        </p:nvSpPr>
        <p:spPr>
          <a:xfrm>
            <a:off x="4412336" y="1537652"/>
            <a:ext cx="27926" cy="42738"/>
          </a:xfrm>
          <a:custGeom>
            <a:avLst/>
            <a:gdLst/>
            <a:ahLst/>
            <a:cxnLst/>
            <a:rect l="l" t="t" r="r" b="b"/>
            <a:pathLst>
              <a:path w="1580" h="2418" extrusionOk="0">
                <a:moveTo>
                  <a:pt x="795" y="0"/>
                </a:moveTo>
                <a:cubicBezTo>
                  <a:pt x="322" y="205"/>
                  <a:pt x="1" y="669"/>
                  <a:pt x="1" y="1204"/>
                </a:cubicBezTo>
                <a:cubicBezTo>
                  <a:pt x="1" y="1749"/>
                  <a:pt x="322" y="2212"/>
                  <a:pt x="795" y="2418"/>
                </a:cubicBezTo>
                <a:cubicBezTo>
                  <a:pt x="1259" y="2212"/>
                  <a:pt x="1580" y="1749"/>
                  <a:pt x="1580" y="1204"/>
                </a:cubicBezTo>
                <a:cubicBezTo>
                  <a:pt x="1580" y="669"/>
                  <a:pt x="1259" y="205"/>
                  <a:pt x="7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3" name="Google Shape;3613;p43"/>
          <p:cNvSpPr/>
          <p:nvPr/>
        </p:nvSpPr>
        <p:spPr>
          <a:xfrm>
            <a:off x="4644285" y="1319101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86" y="1"/>
                </a:moveTo>
                <a:cubicBezTo>
                  <a:pt x="322" y="206"/>
                  <a:pt x="1" y="679"/>
                  <a:pt x="1" y="1214"/>
                </a:cubicBezTo>
                <a:cubicBezTo>
                  <a:pt x="1" y="1758"/>
                  <a:pt x="322" y="2222"/>
                  <a:pt x="786" y="2427"/>
                </a:cubicBezTo>
                <a:cubicBezTo>
                  <a:pt x="1250" y="2222"/>
                  <a:pt x="1580" y="1758"/>
                  <a:pt x="1580" y="1214"/>
                </a:cubicBezTo>
                <a:cubicBezTo>
                  <a:pt x="1580" y="679"/>
                  <a:pt x="1250" y="206"/>
                  <a:pt x="7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14" name="Google Shape;3614;p43"/>
          <p:cNvSpPr/>
          <p:nvPr/>
        </p:nvSpPr>
        <p:spPr>
          <a:xfrm>
            <a:off x="4489611" y="1319101"/>
            <a:ext cx="27926" cy="42915"/>
          </a:xfrm>
          <a:custGeom>
            <a:avLst/>
            <a:gdLst/>
            <a:ahLst/>
            <a:cxnLst/>
            <a:rect l="l" t="t" r="r" b="b"/>
            <a:pathLst>
              <a:path w="1580" h="2428" extrusionOk="0">
                <a:moveTo>
                  <a:pt x="794" y="1"/>
                </a:moveTo>
                <a:cubicBezTo>
                  <a:pt x="330" y="206"/>
                  <a:pt x="0" y="679"/>
                  <a:pt x="0" y="1214"/>
                </a:cubicBezTo>
                <a:cubicBezTo>
                  <a:pt x="0" y="1758"/>
                  <a:pt x="330" y="2222"/>
                  <a:pt x="794" y="2427"/>
                </a:cubicBezTo>
                <a:cubicBezTo>
                  <a:pt x="1258" y="2222"/>
                  <a:pt x="1579" y="1758"/>
                  <a:pt x="1579" y="1214"/>
                </a:cubicBezTo>
                <a:cubicBezTo>
                  <a:pt x="1579" y="679"/>
                  <a:pt x="1258" y="206"/>
                  <a:pt x="79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617" name="Google Shape;3617;p43"/>
          <p:cNvGrpSpPr/>
          <p:nvPr/>
        </p:nvGrpSpPr>
        <p:grpSpPr>
          <a:xfrm>
            <a:off x="1571542" y="1263030"/>
            <a:ext cx="295198" cy="373772"/>
            <a:chOff x="1571542" y="1263030"/>
            <a:chExt cx="295198" cy="373772"/>
          </a:xfrm>
        </p:grpSpPr>
        <p:sp>
          <p:nvSpPr>
            <p:cNvPr id="3618" name="Google Shape;3618;p43"/>
            <p:cNvSpPr/>
            <p:nvPr/>
          </p:nvSpPr>
          <p:spPr>
            <a:xfrm>
              <a:off x="1616038" y="1288585"/>
              <a:ext cx="157467" cy="237580"/>
            </a:xfrm>
            <a:custGeom>
              <a:avLst/>
              <a:gdLst/>
              <a:ahLst/>
              <a:cxnLst/>
              <a:rect l="l" t="t" r="r" b="b"/>
              <a:pathLst>
                <a:path w="8904" h="13434" extrusionOk="0">
                  <a:moveTo>
                    <a:pt x="5621" y="1"/>
                  </a:moveTo>
                  <a:lnTo>
                    <a:pt x="2980" y="81"/>
                  </a:lnTo>
                  <a:lnTo>
                    <a:pt x="2980" y="5041"/>
                  </a:lnTo>
                  <a:cubicBezTo>
                    <a:pt x="1249" y="5594"/>
                    <a:pt x="0" y="7218"/>
                    <a:pt x="0" y="9136"/>
                  </a:cubicBezTo>
                  <a:cubicBezTo>
                    <a:pt x="0" y="11504"/>
                    <a:pt x="1919" y="13433"/>
                    <a:pt x="4295" y="13433"/>
                  </a:cubicBezTo>
                  <a:cubicBezTo>
                    <a:pt x="4496" y="13433"/>
                    <a:pt x="4700" y="13420"/>
                    <a:pt x="4907" y="13391"/>
                  </a:cubicBezTo>
                  <a:cubicBezTo>
                    <a:pt x="6754" y="13132"/>
                    <a:pt x="8234" y="11705"/>
                    <a:pt x="8538" y="9867"/>
                  </a:cubicBezTo>
                  <a:cubicBezTo>
                    <a:pt x="8904" y="7646"/>
                    <a:pt x="7565" y="5665"/>
                    <a:pt x="5621" y="5041"/>
                  </a:cubicBezTo>
                  <a:lnTo>
                    <a:pt x="5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p43"/>
            <p:cNvSpPr/>
            <p:nvPr/>
          </p:nvSpPr>
          <p:spPr>
            <a:xfrm>
              <a:off x="1652486" y="1426793"/>
              <a:ext cx="115182" cy="96419"/>
            </a:xfrm>
            <a:custGeom>
              <a:avLst/>
              <a:gdLst/>
              <a:ahLst/>
              <a:cxnLst/>
              <a:rect l="l" t="t" r="r" b="b"/>
              <a:pathLst>
                <a:path w="6513" h="5452" extrusionOk="0">
                  <a:moveTo>
                    <a:pt x="4532" y="0"/>
                  </a:moveTo>
                  <a:cubicBezTo>
                    <a:pt x="2668" y="0"/>
                    <a:pt x="2239" y="901"/>
                    <a:pt x="482" y="901"/>
                  </a:cubicBezTo>
                  <a:cubicBezTo>
                    <a:pt x="312" y="901"/>
                    <a:pt x="161" y="892"/>
                    <a:pt x="18" y="884"/>
                  </a:cubicBezTo>
                  <a:cubicBezTo>
                    <a:pt x="9" y="1017"/>
                    <a:pt x="0" y="1160"/>
                    <a:pt x="0" y="1303"/>
                  </a:cubicBezTo>
                  <a:cubicBezTo>
                    <a:pt x="0" y="3310"/>
                    <a:pt x="1392" y="4996"/>
                    <a:pt x="3256" y="5451"/>
                  </a:cubicBezTo>
                  <a:cubicBezTo>
                    <a:pt x="5130" y="4996"/>
                    <a:pt x="6512" y="3310"/>
                    <a:pt x="6512" y="1303"/>
                  </a:cubicBezTo>
                  <a:cubicBezTo>
                    <a:pt x="6512" y="991"/>
                    <a:pt x="6486" y="687"/>
                    <a:pt x="6423" y="402"/>
                  </a:cubicBezTo>
                  <a:lnTo>
                    <a:pt x="6405" y="393"/>
                  </a:lnTo>
                  <a:cubicBezTo>
                    <a:pt x="5906" y="188"/>
                    <a:pt x="5388" y="0"/>
                    <a:pt x="45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43"/>
            <p:cNvSpPr/>
            <p:nvPr/>
          </p:nvSpPr>
          <p:spPr>
            <a:xfrm>
              <a:off x="1651054" y="1270281"/>
              <a:ext cx="82218" cy="18958"/>
            </a:xfrm>
            <a:custGeom>
              <a:avLst/>
              <a:gdLst/>
              <a:ahLst/>
              <a:cxnLst/>
              <a:rect l="l" t="t" r="r" b="b"/>
              <a:pathLst>
                <a:path w="4649" h="1072" extrusionOk="0">
                  <a:moveTo>
                    <a:pt x="590" y="1"/>
                  </a:moveTo>
                  <a:cubicBezTo>
                    <a:pt x="313" y="1"/>
                    <a:pt x="72" y="206"/>
                    <a:pt x="37" y="474"/>
                  </a:cubicBezTo>
                  <a:cubicBezTo>
                    <a:pt x="1" y="804"/>
                    <a:pt x="251" y="1071"/>
                    <a:pt x="572" y="1071"/>
                  </a:cubicBezTo>
                  <a:lnTo>
                    <a:pt x="4069" y="1071"/>
                  </a:lnTo>
                  <a:cubicBezTo>
                    <a:pt x="4345" y="1071"/>
                    <a:pt x="4586" y="875"/>
                    <a:pt x="4613" y="598"/>
                  </a:cubicBezTo>
                  <a:cubicBezTo>
                    <a:pt x="4649" y="277"/>
                    <a:pt x="4399" y="1"/>
                    <a:pt x="4087" y="1"/>
                  </a:cubicBezTo>
                  <a:close/>
                </a:path>
              </a:pathLst>
            </a:custGeom>
            <a:solidFill>
              <a:srgbClr val="EF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43"/>
            <p:cNvSpPr/>
            <p:nvPr/>
          </p:nvSpPr>
          <p:spPr>
            <a:xfrm>
              <a:off x="1690191" y="1550641"/>
              <a:ext cx="18941" cy="37881"/>
            </a:xfrm>
            <a:custGeom>
              <a:avLst/>
              <a:gdLst/>
              <a:ahLst/>
              <a:cxnLst/>
              <a:rect l="l" t="t" r="r" b="b"/>
              <a:pathLst>
                <a:path w="1071" h="2142" extrusionOk="0">
                  <a:moveTo>
                    <a:pt x="536" y="0"/>
                  </a:moveTo>
                  <a:cubicBezTo>
                    <a:pt x="286" y="304"/>
                    <a:pt x="9" y="750"/>
                    <a:pt x="0" y="1258"/>
                  </a:cubicBezTo>
                  <a:cubicBezTo>
                    <a:pt x="0" y="1267"/>
                    <a:pt x="0" y="1276"/>
                    <a:pt x="0" y="1285"/>
                  </a:cubicBezTo>
                  <a:cubicBezTo>
                    <a:pt x="0" y="1660"/>
                    <a:pt x="214" y="1990"/>
                    <a:pt x="536" y="2141"/>
                  </a:cubicBezTo>
                  <a:cubicBezTo>
                    <a:pt x="857" y="1990"/>
                    <a:pt x="1071" y="1660"/>
                    <a:pt x="1071" y="1285"/>
                  </a:cubicBezTo>
                  <a:cubicBezTo>
                    <a:pt x="1071" y="1276"/>
                    <a:pt x="1071" y="1267"/>
                    <a:pt x="1071" y="1258"/>
                  </a:cubicBezTo>
                  <a:cubicBezTo>
                    <a:pt x="1062" y="750"/>
                    <a:pt x="785" y="304"/>
                    <a:pt x="5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43"/>
            <p:cNvSpPr/>
            <p:nvPr/>
          </p:nvSpPr>
          <p:spPr>
            <a:xfrm>
              <a:off x="1810254" y="1270352"/>
              <a:ext cx="20515" cy="319745"/>
            </a:xfrm>
            <a:custGeom>
              <a:avLst/>
              <a:gdLst/>
              <a:ahLst/>
              <a:cxnLst/>
              <a:rect l="l" t="t" r="r" b="b"/>
              <a:pathLst>
                <a:path w="1160" h="18080" extrusionOk="0">
                  <a:moveTo>
                    <a:pt x="591" y="1"/>
                  </a:moveTo>
                  <a:cubicBezTo>
                    <a:pt x="567" y="1"/>
                    <a:pt x="542" y="2"/>
                    <a:pt x="518" y="6"/>
                  </a:cubicBezTo>
                  <a:cubicBezTo>
                    <a:pt x="214" y="32"/>
                    <a:pt x="0" y="291"/>
                    <a:pt x="0" y="594"/>
                  </a:cubicBezTo>
                  <a:lnTo>
                    <a:pt x="0" y="18080"/>
                  </a:lnTo>
                  <a:lnTo>
                    <a:pt x="1160" y="18080"/>
                  </a:lnTo>
                  <a:lnTo>
                    <a:pt x="1160" y="577"/>
                  </a:lnTo>
                  <a:cubicBezTo>
                    <a:pt x="1160" y="262"/>
                    <a:pt x="906" y="1"/>
                    <a:pt x="5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43"/>
            <p:cNvSpPr/>
            <p:nvPr/>
          </p:nvSpPr>
          <p:spPr>
            <a:xfrm>
              <a:off x="1635120" y="1590079"/>
              <a:ext cx="224051" cy="39296"/>
            </a:xfrm>
            <a:custGeom>
              <a:avLst/>
              <a:gdLst/>
              <a:ahLst/>
              <a:cxnLst/>
              <a:rect l="l" t="t" r="r" b="b"/>
              <a:pathLst>
                <a:path w="12669" h="2222" extrusionOk="0">
                  <a:moveTo>
                    <a:pt x="1268" y="1"/>
                  </a:moveTo>
                  <a:cubicBezTo>
                    <a:pt x="563" y="1"/>
                    <a:pt x="1" y="563"/>
                    <a:pt x="1" y="1267"/>
                  </a:cubicBezTo>
                  <a:lnTo>
                    <a:pt x="1" y="2222"/>
                  </a:lnTo>
                  <a:lnTo>
                    <a:pt x="12669" y="2222"/>
                  </a:lnTo>
                  <a:lnTo>
                    <a:pt x="12669" y="1267"/>
                  </a:lnTo>
                  <a:cubicBezTo>
                    <a:pt x="12669" y="563"/>
                    <a:pt x="12098" y="1"/>
                    <a:pt x="11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43"/>
            <p:cNvSpPr/>
            <p:nvPr/>
          </p:nvSpPr>
          <p:spPr>
            <a:xfrm>
              <a:off x="1695868" y="1450137"/>
              <a:ext cx="39296" cy="39455"/>
            </a:xfrm>
            <a:custGeom>
              <a:avLst/>
              <a:gdLst/>
              <a:ahLst/>
              <a:cxnLst/>
              <a:rect l="l" t="t" r="r" b="b"/>
              <a:pathLst>
                <a:path w="2222" h="2231" extrusionOk="0">
                  <a:moveTo>
                    <a:pt x="1116" y="1"/>
                  </a:moveTo>
                  <a:cubicBezTo>
                    <a:pt x="500" y="1"/>
                    <a:pt x="0" y="500"/>
                    <a:pt x="0" y="1116"/>
                  </a:cubicBezTo>
                  <a:cubicBezTo>
                    <a:pt x="0" y="1731"/>
                    <a:pt x="500" y="2231"/>
                    <a:pt x="1116" y="2231"/>
                  </a:cubicBezTo>
                  <a:cubicBezTo>
                    <a:pt x="1731" y="2231"/>
                    <a:pt x="2222" y="1731"/>
                    <a:pt x="2222" y="1116"/>
                  </a:cubicBezTo>
                  <a:cubicBezTo>
                    <a:pt x="2222" y="500"/>
                    <a:pt x="1731" y="1"/>
                    <a:pt x="1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43"/>
            <p:cNvSpPr/>
            <p:nvPr/>
          </p:nvSpPr>
          <p:spPr>
            <a:xfrm>
              <a:off x="1668721" y="1394925"/>
              <a:ext cx="20532" cy="20532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p43"/>
            <p:cNvSpPr/>
            <p:nvPr/>
          </p:nvSpPr>
          <p:spPr>
            <a:xfrm>
              <a:off x="1756297" y="1582669"/>
              <a:ext cx="17208" cy="14679"/>
            </a:xfrm>
            <a:custGeom>
              <a:avLst/>
              <a:gdLst/>
              <a:ahLst/>
              <a:cxnLst/>
              <a:rect l="l" t="t" r="r" b="b"/>
              <a:pathLst>
                <a:path w="973" h="830" extrusionOk="0">
                  <a:moveTo>
                    <a:pt x="482" y="0"/>
                  </a:moveTo>
                  <a:cubicBezTo>
                    <a:pt x="214" y="0"/>
                    <a:pt x="0" y="259"/>
                    <a:pt x="89" y="544"/>
                  </a:cubicBezTo>
                  <a:cubicBezTo>
                    <a:pt x="143" y="714"/>
                    <a:pt x="303" y="830"/>
                    <a:pt x="482" y="830"/>
                  </a:cubicBezTo>
                  <a:lnTo>
                    <a:pt x="491" y="830"/>
                  </a:lnTo>
                  <a:cubicBezTo>
                    <a:pt x="758" y="830"/>
                    <a:pt x="973" y="571"/>
                    <a:pt x="883" y="286"/>
                  </a:cubicBezTo>
                  <a:cubicBezTo>
                    <a:pt x="830" y="116"/>
                    <a:pt x="669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p43"/>
            <p:cNvSpPr/>
            <p:nvPr/>
          </p:nvSpPr>
          <p:spPr>
            <a:xfrm>
              <a:off x="1693657" y="1476966"/>
              <a:ext cx="16111" cy="14679"/>
            </a:xfrm>
            <a:custGeom>
              <a:avLst/>
              <a:gdLst/>
              <a:ahLst/>
              <a:cxnLst/>
              <a:rect l="l" t="t" r="r" b="b"/>
              <a:pathLst>
                <a:path w="911" h="830" extrusionOk="0">
                  <a:moveTo>
                    <a:pt x="451" y="0"/>
                  </a:moveTo>
                  <a:cubicBezTo>
                    <a:pt x="349" y="0"/>
                    <a:pt x="248" y="38"/>
                    <a:pt x="170" y="116"/>
                  </a:cubicBezTo>
                  <a:cubicBezTo>
                    <a:pt x="1" y="277"/>
                    <a:pt x="1" y="535"/>
                    <a:pt x="161" y="705"/>
                  </a:cubicBezTo>
                  <a:lnTo>
                    <a:pt x="170" y="714"/>
                  </a:lnTo>
                  <a:cubicBezTo>
                    <a:pt x="250" y="794"/>
                    <a:pt x="357" y="830"/>
                    <a:pt x="455" y="830"/>
                  </a:cubicBezTo>
                  <a:cubicBezTo>
                    <a:pt x="563" y="830"/>
                    <a:pt x="670" y="794"/>
                    <a:pt x="750" y="714"/>
                  </a:cubicBezTo>
                  <a:cubicBezTo>
                    <a:pt x="910" y="553"/>
                    <a:pt x="910" y="286"/>
                    <a:pt x="750" y="125"/>
                  </a:cubicBezTo>
                  <a:cubicBezTo>
                    <a:pt x="667" y="43"/>
                    <a:pt x="559" y="0"/>
                    <a:pt x="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43"/>
            <p:cNvSpPr/>
            <p:nvPr/>
          </p:nvSpPr>
          <p:spPr>
            <a:xfrm>
              <a:off x="1687980" y="1442887"/>
              <a:ext cx="54611" cy="53975"/>
            </a:xfrm>
            <a:custGeom>
              <a:avLst/>
              <a:gdLst/>
              <a:ahLst/>
              <a:cxnLst/>
              <a:rect l="l" t="t" r="r" b="b"/>
              <a:pathLst>
                <a:path w="3088" h="3052" extrusionOk="0">
                  <a:moveTo>
                    <a:pt x="1553" y="0"/>
                  </a:moveTo>
                  <a:cubicBezTo>
                    <a:pt x="794" y="0"/>
                    <a:pt x="143" y="562"/>
                    <a:pt x="36" y="1312"/>
                  </a:cubicBezTo>
                  <a:cubicBezTo>
                    <a:pt x="0" y="1535"/>
                    <a:pt x="161" y="1740"/>
                    <a:pt x="384" y="1776"/>
                  </a:cubicBezTo>
                  <a:cubicBezTo>
                    <a:pt x="405" y="1779"/>
                    <a:pt x="426" y="1781"/>
                    <a:pt x="446" y="1781"/>
                  </a:cubicBezTo>
                  <a:cubicBezTo>
                    <a:pt x="646" y="1781"/>
                    <a:pt x="824" y="1630"/>
                    <a:pt x="857" y="1428"/>
                  </a:cubicBezTo>
                  <a:cubicBezTo>
                    <a:pt x="901" y="1089"/>
                    <a:pt x="1205" y="830"/>
                    <a:pt x="1553" y="830"/>
                  </a:cubicBezTo>
                  <a:cubicBezTo>
                    <a:pt x="1740" y="830"/>
                    <a:pt x="1918" y="901"/>
                    <a:pt x="2052" y="1035"/>
                  </a:cubicBezTo>
                  <a:cubicBezTo>
                    <a:pt x="2186" y="1169"/>
                    <a:pt x="2257" y="1347"/>
                    <a:pt x="2257" y="1535"/>
                  </a:cubicBezTo>
                  <a:cubicBezTo>
                    <a:pt x="2257" y="1883"/>
                    <a:pt x="2008" y="2177"/>
                    <a:pt x="1669" y="2231"/>
                  </a:cubicBezTo>
                  <a:cubicBezTo>
                    <a:pt x="1446" y="2266"/>
                    <a:pt x="1294" y="2480"/>
                    <a:pt x="1330" y="2703"/>
                  </a:cubicBezTo>
                  <a:cubicBezTo>
                    <a:pt x="1365" y="2909"/>
                    <a:pt x="1544" y="3051"/>
                    <a:pt x="1740" y="3051"/>
                  </a:cubicBezTo>
                  <a:cubicBezTo>
                    <a:pt x="1758" y="3051"/>
                    <a:pt x="1785" y="3051"/>
                    <a:pt x="1811" y="3042"/>
                  </a:cubicBezTo>
                  <a:cubicBezTo>
                    <a:pt x="2543" y="2917"/>
                    <a:pt x="3087" y="2284"/>
                    <a:pt x="3087" y="1535"/>
                  </a:cubicBezTo>
                  <a:cubicBezTo>
                    <a:pt x="3087" y="1124"/>
                    <a:pt x="2926" y="741"/>
                    <a:pt x="2632" y="446"/>
                  </a:cubicBezTo>
                  <a:cubicBezTo>
                    <a:pt x="2347" y="161"/>
                    <a:pt x="1963" y="0"/>
                    <a:pt x="1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p43"/>
            <p:cNvSpPr/>
            <p:nvPr/>
          </p:nvSpPr>
          <p:spPr>
            <a:xfrm>
              <a:off x="1661470" y="1487683"/>
              <a:ext cx="20055" cy="20055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63" y="1"/>
                  </a:moveTo>
                  <a:cubicBezTo>
                    <a:pt x="250" y="1"/>
                    <a:pt x="1" y="251"/>
                    <a:pt x="1" y="563"/>
                  </a:cubicBezTo>
                  <a:cubicBezTo>
                    <a:pt x="1" y="875"/>
                    <a:pt x="250" y="1134"/>
                    <a:pt x="563" y="1134"/>
                  </a:cubicBezTo>
                  <a:cubicBezTo>
                    <a:pt x="875" y="1134"/>
                    <a:pt x="1134" y="875"/>
                    <a:pt x="1134" y="563"/>
                  </a:cubicBezTo>
                  <a:cubicBezTo>
                    <a:pt x="1134" y="251"/>
                    <a:pt x="875" y="1"/>
                    <a:pt x="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p43"/>
            <p:cNvSpPr/>
            <p:nvPr/>
          </p:nvSpPr>
          <p:spPr>
            <a:xfrm>
              <a:off x="1681985" y="1352003"/>
              <a:ext cx="20055" cy="20055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62" y="1"/>
                  </a:moveTo>
                  <a:cubicBezTo>
                    <a:pt x="250" y="1"/>
                    <a:pt x="0" y="260"/>
                    <a:pt x="0" y="572"/>
                  </a:cubicBezTo>
                  <a:cubicBezTo>
                    <a:pt x="0" y="884"/>
                    <a:pt x="250" y="1134"/>
                    <a:pt x="562" y="1134"/>
                  </a:cubicBezTo>
                  <a:cubicBezTo>
                    <a:pt x="875" y="1134"/>
                    <a:pt x="1133" y="884"/>
                    <a:pt x="1133" y="572"/>
                  </a:cubicBezTo>
                  <a:cubicBezTo>
                    <a:pt x="1133" y="260"/>
                    <a:pt x="875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43"/>
            <p:cNvSpPr/>
            <p:nvPr/>
          </p:nvSpPr>
          <p:spPr>
            <a:xfrm>
              <a:off x="1661470" y="1387656"/>
              <a:ext cx="35052" cy="35052"/>
            </a:xfrm>
            <a:custGeom>
              <a:avLst/>
              <a:gdLst/>
              <a:ahLst/>
              <a:cxnLst/>
              <a:rect l="l" t="t" r="r" b="b"/>
              <a:pathLst>
                <a:path w="1982" h="1982" extrusionOk="0">
                  <a:moveTo>
                    <a:pt x="991" y="822"/>
                  </a:moveTo>
                  <a:cubicBezTo>
                    <a:pt x="1080" y="822"/>
                    <a:pt x="1160" y="893"/>
                    <a:pt x="1160" y="991"/>
                  </a:cubicBezTo>
                  <a:cubicBezTo>
                    <a:pt x="1160" y="1080"/>
                    <a:pt x="1080" y="1152"/>
                    <a:pt x="991" y="1152"/>
                  </a:cubicBezTo>
                  <a:cubicBezTo>
                    <a:pt x="902" y="1152"/>
                    <a:pt x="821" y="1080"/>
                    <a:pt x="821" y="991"/>
                  </a:cubicBezTo>
                  <a:cubicBezTo>
                    <a:pt x="821" y="893"/>
                    <a:pt x="902" y="822"/>
                    <a:pt x="991" y="822"/>
                  </a:cubicBezTo>
                  <a:close/>
                  <a:moveTo>
                    <a:pt x="991" y="1"/>
                  </a:moveTo>
                  <a:cubicBezTo>
                    <a:pt x="447" y="1"/>
                    <a:pt x="1" y="438"/>
                    <a:pt x="1" y="991"/>
                  </a:cubicBezTo>
                  <a:cubicBezTo>
                    <a:pt x="1" y="1535"/>
                    <a:pt x="447" y="1981"/>
                    <a:pt x="991" y="1981"/>
                  </a:cubicBezTo>
                  <a:cubicBezTo>
                    <a:pt x="1535" y="1981"/>
                    <a:pt x="1981" y="1535"/>
                    <a:pt x="1981" y="991"/>
                  </a:cubicBezTo>
                  <a:cubicBezTo>
                    <a:pt x="1981" y="438"/>
                    <a:pt x="1535" y="1"/>
                    <a:pt x="9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43"/>
            <p:cNvSpPr/>
            <p:nvPr/>
          </p:nvSpPr>
          <p:spPr>
            <a:xfrm>
              <a:off x="1571542" y="1263030"/>
              <a:ext cx="295198" cy="373772"/>
            </a:xfrm>
            <a:custGeom>
              <a:avLst/>
              <a:gdLst/>
              <a:ahLst/>
              <a:cxnLst/>
              <a:rect l="l" t="t" r="r" b="b"/>
              <a:pathLst>
                <a:path w="16692" h="21135" extrusionOk="0">
                  <a:moveTo>
                    <a:pt x="8574" y="821"/>
                  </a:moveTo>
                  <a:cubicBezTo>
                    <a:pt x="8627" y="821"/>
                    <a:pt x="8681" y="857"/>
                    <a:pt x="8699" y="910"/>
                  </a:cubicBezTo>
                  <a:cubicBezTo>
                    <a:pt x="8725" y="991"/>
                    <a:pt x="8663" y="1071"/>
                    <a:pt x="8583" y="1071"/>
                  </a:cubicBezTo>
                  <a:lnTo>
                    <a:pt x="5068" y="1071"/>
                  </a:lnTo>
                  <a:cubicBezTo>
                    <a:pt x="4987" y="1071"/>
                    <a:pt x="4925" y="991"/>
                    <a:pt x="4952" y="910"/>
                  </a:cubicBezTo>
                  <a:cubicBezTo>
                    <a:pt x="4970" y="857"/>
                    <a:pt x="5014" y="821"/>
                    <a:pt x="5068" y="821"/>
                  </a:cubicBezTo>
                  <a:close/>
                  <a:moveTo>
                    <a:pt x="7717" y="1901"/>
                  </a:moveTo>
                  <a:lnTo>
                    <a:pt x="7717" y="2686"/>
                  </a:lnTo>
                  <a:lnTo>
                    <a:pt x="5906" y="2686"/>
                  </a:lnTo>
                  <a:lnTo>
                    <a:pt x="5906" y="1901"/>
                  </a:lnTo>
                  <a:close/>
                  <a:moveTo>
                    <a:pt x="14083" y="843"/>
                  </a:moveTo>
                  <a:cubicBezTo>
                    <a:pt x="14171" y="843"/>
                    <a:pt x="14239" y="915"/>
                    <a:pt x="14239" y="1008"/>
                  </a:cubicBezTo>
                  <a:lnTo>
                    <a:pt x="14239" y="2686"/>
                  </a:lnTo>
                  <a:lnTo>
                    <a:pt x="13909" y="2686"/>
                  </a:lnTo>
                  <a:lnTo>
                    <a:pt x="13909" y="1008"/>
                  </a:lnTo>
                  <a:cubicBezTo>
                    <a:pt x="13909" y="928"/>
                    <a:pt x="13962" y="857"/>
                    <a:pt x="14042" y="848"/>
                  </a:cubicBezTo>
                  <a:cubicBezTo>
                    <a:pt x="14056" y="844"/>
                    <a:pt x="14070" y="843"/>
                    <a:pt x="14083" y="843"/>
                  </a:cubicBezTo>
                  <a:close/>
                  <a:moveTo>
                    <a:pt x="7717" y="3506"/>
                  </a:moveTo>
                  <a:lnTo>
                    <a:pt x="7717" y="6495"/>
                  </a:lnTo>
                  <a:cubicBezTo>
                    <a:pt x="7717" y="6673"/>
                    <a:pt x="7833" y="6834"/>
                    <a:pt x="8012" y="6887"/>
                  </a:cubicBezTo>
                  <a:cubicBezTo>
                    <a:pt x="9100" y="7235"/>
                    <a:pt x="9939" y="8020"/>
                    <a:pt x="10376" y="9002"/>
                  </a:cubicBezTo>
                  <a:cubicBezTo>
                    <a:pt x="10028" y="8912"/>
                    <a:pt x="9626" y="8850"/>
                    <a:pt x="9118" y="8850"/>
                  </a:cubicBezTo>
                  <a:cubicBezTo>
                    <a:pt x="8083" y="8850"/>
                    <a:pt x="7432" y="9109"/>
                    <a:pt x="6852" y="9341"/>
                  </a:cubicBezTo>
                  <a:cubicBezTo>
                    <a:pt x="6326" y="9555"/>
                    <a:pt x="5826" y="9751"/>
                    <a:pt x="5032" y="9751"/>
                  </a:cubicBezTo>
                  <a:cubicBezTo>
                    <a:pt x="4220" y="9751"/>
                    <a:pt x="3712" y="9555"/>
                    <a:pt x="3168" y="9341"/>
                  </a:cubicBezTo>
                  <a:cubicBezTo>
                    <a:pt x="3150" y="9332"/>
                    <a:pt x="3132" y="9323"/>
                    <a:pt x="3123" y="9323"/>
                  </a:cubicBezTo>
                  <a:cubicBezTo>
                    <a:pt x="3507" y="8190"/>
                    <a:pt x="4417" y="7271"/>
                    <a:pt x="5612" y="6887"/>
                  </a:cubicBezTo>
                  <a:cubicBezTo>
                    <a:pt x="5790" y="6834"/>
                    <a:pt x="5906" y="6673"/>
                    <a:pt x="5906" y="6495"/>
                  </a:cubicBezTo>
                  <a:lnTo>
                    <a:pt x="5906" y="3506"/>
                  </a:lnTo>
                  <a:close/>
                  <a:moveTo>
                    <a:pt x="9109" y="9680"/>
                  </a:moveTo>
                  <a:cubicBezTo>
                    <a:pt x="9778" y="9680"/>
                    <a:pt x="10215" y="9796"/>
                    <a:pt x="10634" y="9965"/>
                  </a:cubicBezTo>
                  <a:cubicBezTo>
                    <a:pt x="10661" y="10161"/>
                    <a:pt x="10679" y="10358"/>
                    <a:pt x="10679" y="10563"/>
                  </a:cubicBezTo>
                  <a:cubicBezTo>
                    <a:pt x="10679" y="12686"/>
                    <a:pt x="8948" y="14417"/>
                    <a:pt x="6825" y="14417"/>
                  </a:cubicBezTo>
                  <a:cubicBezTo>
                    <a:pt x="4693" y="14417"/>
                    <a:pt x="2962" y="12686"/>
                    <a:pt x="2962" y="10563"/>
                  </a:cubicBezTo>
                  <a:cubicBezTo>
                    <a:pt x="2962" y="10420"/>
                    <a:pt x="2971" y="10277"/>
                    <a:pt x="2989" y="10135"/>
                  </a:cubicBezTo>
                  <a:cubicBezTo>
                    <a:pt x="3551" y="10358"/>
                    <a:pt x="4149" y="10581"/>
                    <a:pt x="5059" y="10581"/>
                  </a:cubicBezTo>
                  <a:cubicBezTo>
                    <a:pt x="6004" y="10581"/>
                    <a:pt x="6602" y="10340"/>
                    <a:pt x="7173" y="10108"/>
                  </a:cubicBezTo>
                  <a:cubicBezTo>
                    <a:pt x="7717" y="9885"/>
                    <a:pt x="8244" y="9680"/>
                    <a:pt x="9109" y="9680"/>
                  </a:cubicBezTo>
                  <a:close/>
                  <a:moveTo>
                    <a:pt x="6825" y="16388"/>
                  </a:moveTo>
                  <a:cubicBezTo>
                    <a:pt x="7057" y="16647"/>
                    <a:pt x="7360" y="17066"/>
                    <a:pt x="7369" y="17512"/>
                  </a:cubicBezTo>
                  <a:cubicBezTo>
                    <a:pt x="7369" y="17521"/>
                    <a:pt x="7369" y="17530"/>
                    <a:pt x="7369" y="17530"/>
                  </a:cubicBezTo>
                  <a:cubicBezTo>
                    <a:pt x="7369" y="17833"/>
                    <a:pt x="7129" y="18074"/>
                    <a:pt x="6834" y="18074"/>
                  </a:cubicBezTo>
                  <a:lnTo>
                    <a:pt x="6816" y="18074"/>
                  </a:lnTo>
                  <a:cubicBezTo>
                    <a:pt x="6513" y="18074"/>
                    <a:pt x="6281" y="17833"/>
                    <a:pt x="6281" y="17530"/>
                  </a:cubicBezTo>
                  <a:cubicBezTo>
                    <a:pt x="6281" y="17530"/>
                    <a:pt x="6281" y="17521"/>
                    <a:pt x="6281" y="17512"/>
                  </a:cubicBezTo>
                  <a:cubicBezTo>
                    <a:pt x="6290" y="17057"/>
                    <a:pt x="6602" y="16638"/>
                    <a:pt x="6825" y="16388"/>
                  </a:cubicBezTo>
                  <a:close/>
                  <a:moveTo>
                    <a:pt x="14239" y="3506"/>
                  </a:moveTo>
                  <a:lnTo>
                    <a:pt x="14239" y="18074"/>
                  </a:lnTo>
                  <a:lnTo>
                    <a:pt x="13909" y="18074"/>
                  </a:lnTo>
                  <a:lnTo>
                    <a:pt x="13909" y="3506"/>
                  </a:lnTo>
                  <a:close/>
                  <a:moveTo>
                    <a:pt x="4729" y="0"/>
                  </a:moveTo>
                  <a:cubicBezTo>
                    <a:pt x="4640" y="0"/>
                    <a:pt x="4550" y="36"/>
                    <a:pt x="4479" y="107"/>
                  </a:cubicBezTo>
                  <a:cubicBezTo>
                    <a:pt x="3676" y="919"/>
                    <a:pt x="4247" y="1901"/>
                    <a:pt x="5050" y="1901"/>
                  </a:cubicBezTo>
                  <a:lnTo>
                    <a:pt x="5077" y="1901"/>
                  </a:lnTo>
                  <a:lnTo>
                    <a:pt x="5077" y="2686"/>
                  </a:lnTo>
                  <a:lnTo>
                    <a:pt x="2534" y="2686"/>
                  </a:lnTo>
                  <a:cubicBezTo>
                    <a:pt x="2320" y="2686"/>
                    <a:pt x="2142" y="2828"/>
                    <a:pt x="2106" y="3034"/>
                  </a:cubicBezTo>
                  <a:cubicBezTo>
                    <a:pt x="2070" y="3292"/>
                    <a:pt x="2267" y="3506"/>
                    <a:pt x="2516" y="3506"/>
                  </a:cubicBezTo>
                  <a:lnTo>
                    <a:pt x="5077" y="3506"/>
                  </a:lnTo>
                  <a:lnTo>
                    <a:pt x="5077" y="6209"/>
                  </a:lnTo>
                  <a:cubicBezTo>
                    <a:pt x="3275" y="6914"/>
                    <a:pt x="2079" y="8654"/>
                    <a:pt x="2106" y="10616"/>
                  </a:cubicBezTo>
                  <a:cubicBezTo>
                    <a:pt x="2132" y="13188"/>
                    <a:pt x="4255" y="15241"/>
                    <a:pt x="6808" y="15241"/>
                  </a:cubicBezTo>
                  <a:cubicBezTo>
                    <a:pt x="6867" y="15241"/>
                    <a:pt x="6926" y="15240"/>
                    <a:pt x="6986" y="15237"/>
                  </a:cubicBezTo>
                  <a:cubicBezTo>
                    <a:pt x="9502" y="15157"/>
                    <a:pt x="11518" y="13087"/>
                    <a:pt x="11518" y="10563"/>
                  </a:cubicBezTo>
                  <a:cubicBezTo>
                    <a:pt x="11518" y="8627"/>
                    <a:pt x="10340" y="6914"/>
                    <a:pt x="8547" y="6209"/>
                  </a:cubicBezTo>
                  <a:lnTo>
                    <a:pt x="8547" y="3506"/>
                  </a:lnTo>
                  <a:lnTo>
                    <a:pt x="13088" y="3506"/>
                  </a:lnTo>
                  <a:lnTo>
                    <a:pt x="13088" y="18074"/>
                  </a:lnTo>
                  <a:lnTo>
                    <a:pt x="12401" y="18074"/>
                  </a:lnTo>
                  <a:cubicBezTo>
                    <a:pt x="12196" y="18074"/>
                    <a:pt x="12008" y="18226"/>
                    <a:pt x="11982" y="18431"/>
                  </a:cubicBezTo>
                  <a:cubicBezTo>
                    <a:pt x="11946" y="18681"/>
                    <a:pt x="12142" y="18904"/>
                    <a:pt x="12392" y="18904"/>
                  </a:cubicBezTo>
                  <a:lnTo>
                    <a:pt x="14997" y="18904"/>
                  </a:lnTo>
                  <a:cubicBezTo>
                    <a:pt x="15470" y="18904"/>
                    <a:pt x="15853" y="19288"/>
                    <a:pt x="15853" y="19760"/>
                  </a:cubicBezTo>
                  <a:lnTo>
                    <a:pt x="15853" y="20305"/>
                  </a:lnTo>
                  <a:lnTo>
                    <a:pt x="830" y="20305"/>
                  </a:lnTo>
                  <a:lnTo>
                    <a:pt x="830" y="19332"/>
                  </a:lnTo>
                  <a:cubicBezTo>
                    <a:pt x="830" y="19091"/>
                    <a:pt x="1018" y="18904"/>
                    <a:pt x="1258" y="18904"/>
                  </a:cubicBezTo>
                  <a:lnTo>
                    <a:pt x="9689" y="18904"/>
                  </a:lnTo>
                  <a:cubicBezTo>
                    <a:pt x="9751" y="18904"/>
                    <a:pt x="9805" y="18877"/>
                    <a:pt x="9849" y="18833"/>
                  </a:cubicBezTo>
                  <a:cubicBezTo>
                    <a:pt x="10153" y="18476"/>
                    <a:pt x="9912" y="18074"/>
                    <a:pt x="9573" y="18074"/>
                  </a:cubicBezTo>
                  <a:lnTo>
                    <a:pt x="8092" y="18074"/>
                  </a:lnTo>
                  <a:cubicBezTo>
                    <a:pt x="8163" y="17914"/>
                    <a:pt x="8208" y="17726"/>
                    <a:pt x="8208" y="17530"/>
                  </a:cubicBezTo>
                  <a:cubicBezTo>
                    <a:pt x="8208" y="17521"/>
                    <a:pt x="8208" y="17503"/>
                    <a:pt x="8208" y="17494"/>
                  </a:cubicBezTo>
                  <a:cubicBezTo>
                    <a:pt x="8190" y="17022"/>
                    <a:pt x="8003" y="16531"/>
                    <a:pt x="7637" y="16067"/>
                  </a:cubicBezTo>
                  <a:cubicBezTo>
                    <a:pt x="7494" y="15880"/>
                    <a:pt x="7360" y="15746"/>
                    <a:pt x="7271" y="15657"/>
                  </a:cubicBezTo>
                  <a:cubicBezTo>
                    <a:pt x="7111" y="15505"/>
                    <a:pt x="7004" y="15416"/>
                    <a:pt x="6834" y="15416"/>
                  </a:cubicBezTo>
                  <a:cubicBezTo>
                    <a:pt x="6665" y="15416"/>
                    <a:pt x="6558" y="15505"/>
                    <a:pt x="6397" y="15657"/>
                  </a:cubicBezTo>
                  <a:cubicBezTo>
                    <a:pt x="6308" y="15746"/>
                    <a:pt x="6174" y="15889"/>
                    <a:pt x="6031" y="16067"/>
                  </a:cubicBezTo>
                  <a:cubicBezTo>
                    <a:pt x="5665" y="16531"/>
                    <a:pt x="5469" y="17022"/>
                    <a:pt x="5460" y="17494"/>
                  </a:cubicBezTo>
                  <a:cubicBezTo>
                    <a:pt x="5460" y="17503"/>
                    <a:pt x="5460" y="17521"/>
                    <a:pt x="5460" y="17530"/>
                  </a:cubicBezTo>
                  <a:cubicBezTo>
                    <a:pt x="5460" y="17726"/>
                    <a:pt x="5505" y="17914"/>
                    <a:pt x="5576" y="18074"/>
                  </a:cubicBezTo>
                  <a:lnTo>
                    <a:pt x="1687" y="18074"/>
                  </a:lnTo>
                  <a:cubicBezTo>
                    <a:pt x="759" y="18074"/>
                    <a:pt x="1" y="18833"/>
                    <a:pt x="1" y="19760"/>
                  </a:cubicBezTo>
                  <a:lnTo>
                    <a:pt x="1" y="20715"/>
                  </a:lnTo>
                  <a:cubicBezTo>
                    <a:pt x="1" y="20947"/>
                    <a:pt x="188" y="21134"/>
                    <a:pt x="411" y="21134"/>
                  </a:cubicBezTo>
                  <a:lnTo>
                    <a:pt x="16264" y="21134"/>
                  </a:lnTo>
                  <a:cubicBezTo>
                    <a:pt x="16496" y="21134"/>
                    <a:pt x="16674" y="20947"/>
                    <a:pt x="16674" y="20715"/>
                  </a:cubicBezTo>
                  <a:lnTo>
                    <a:pt x="16674" y="19760"/>
                  </a:lnTo>
                  <a:cubicBezTo>
                    <a:pt x="16674" y="18859"/>
                    <a:pt x="15960" y="18128"/>
                    <a:pt x="15068" y="18083"/>
                  </a:cubicBezTo>
                  <a:lnTo>
                    <a:pt x="15068" y="3506"/>
                  </a:lnTo>
                  <a:lnTo>
                    <a:pt x="16228" y="3506"/>
                  </a:lnTo>
                  <a:cubicBezTo>
                    <a:pt x="16442" y="3506"/>
                    <a:pt x="16621" y="3364"/>
                    <a:pt x="16656" y="3158"/>
                  </a:cubicBezTo>
                  <a:cubicBezTo>
                    <a:pt x="16692" y="2900"/>
                    <a:pt x="16496" y="2686"/>
                    <a:pt x="16246" y="2686"/>
                  </a:cubicBezTo>
                  <a:lnTo>
                    <a:pt x="15068" y="2686"/>
                  </a:lnTo>
                  <a:lnTo>
                    <a:pt x="15068" y="1026"/>
                  </a:lnTo>
                  <a:cubicBezTo>
                    <a:pt x="15068" y="518"/>
                    <a:pt x="14658" y="54"/>
                    <a:pt x="14149" y="18"/>
                  </a:cubicBezTo>
                  <a:cubicBezTo>
                    <a:pt x="14124" y="16"/>
                    <a:pt x="14098" y="15"/>
                    <a:pt x="14072" y="15"/>
                  </a:cubicBezTo>
                  <a:cubicBezTo>
                    <a:pt x="13527" y="15"/>
                    <a:pt x="13088" y="463"/>
                    <a:pt x="13088" y="1008"/>
                  </a:cubicBezTo>
                  <a:lnTo>
                    <a:pt x="13088" y="2686"/>
                  </a:lnTo>
                  <a:lnTo>
                    <a:pt x="8547" y="2686"/>
                  </a:lnTo>
                  <a:lnTo>
                    <a:pt x="8547" y="1901"/>
                  </a:lnTo>
                  <a:lnTo>
                    <a:pt x="8895" y="1901"/>
                  </a:lnTo>
                  <a:cubicBezTo>
                    <a:pt x="8993" y="1901"/>
                    <a:pt x="9082" y="1856"/>
                    <a:pt x="9145" y="1793"/>
                  </a:cubicBezTo>
                  <a:cubicBezTo>
                    <a:pt x="9948" y="982"/>
                    <a:pt x="9377" y="0"/>
                    <a:pt x="8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33" name="Google Shape;3633;p43"/>
          <p:cNvGrpSpPr/>
          <p:nvPr/>
        </p:nvGrpSpPr>
        <p:grpSpPr>
          <a:xfrm>
            <a:off x="4385859" y="1263283"/>
            <a:ext cx="372289" cy="373243"/>
            <a:chOff x="4385859" y="1263283"/>
            <a:chExt cx="372289" cy="373243"/>
          </a:xfrm>
        </p:grpSpPr>
        <p:sp>
          <p:nvSpPr>
            <p:cNvPr id="3634" name="Google Shape;3634;p43"/>
            <p:cNvSpPr/>
            <p:nvPr/>
          </p:nvSpPr>
          <p:spPr>
            <a:xfrm>
              <a:off x="4469904" y="1615281"/>
              <a:ext cx="16102" cy="14776"/>
            </a:xfrm>
            <a:custGeom>
              <a:avLst/>
              <a:gdLst/>
              <a:ahLst/>
              <a:cxnLst/>
              <a:rect l="l" t="t" r="r" b="b"/>
              <a:pathLst>
                <a:path w="911" h="836" extrusionOk="0">
                  <a:moveTo>
                    <a:pt x="451" y="1"/>
                  </a:moveTo>
                  <a:cubicBezTo>
                    <a:pt x="345" y="1"/>
                    <a:pt x="240" y="38"/>
                    <a:pt x="161" y="113"/>
                  </a:cubicBezTo>
                  <a:cubicBezTo>
                    <a:pt x="0" y="274"/>
                    <a:pt x="0" y="541"/>
                    <a:pt x="152" y="702"/>
                  </a:cubicBezTo>
                  <a:lnTo>
                    <a:pt x="161" y="711"/>
                  </a:lnTo>
                  <a:cubicBezTo>
                    <a:pt x="241" y="791"/>
                    <a:pt x="348" y="836"/>
                    <a:pt x="455" y="836"/>
                  </a:cubicBezTo>
                  <a:cubicBezTo>
                    <a:pt x="562" y="836"/>
                    <a:pt x="669" y="791"/>
                    <a:pt x="750" y="711"/>
                  </a:cubicBezTo>
                  <a:cubicBezTo>
                    <a:pt x="910" y="550"/>
                    <a:pt x="910" y="292"/>
                    <a:pt x="750" y="131"/>
                  </a:cubicBezTo>
                  <a:lnTo>
                    <a:pt x="750" y="122"/>
                  </a:lnTo>
                  <a:cubicBezTo>
                    <a:pt x="668" y="41"/>
                    <a:pt x="559" y="1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p43"/>
            <p:cNvSpPr/>
            <p:nvPr/>
          </p:nvSpPr>
          <p:spPr>
            <a:xfrm>
              <a:off x="4562927" y="1440829"/>
              <a:ext cx="15943" cy="14529"/>
            </a:xfrm>
            <a:custGeom>
              <a:avLst/>
              <a:gdLst/>
              <a:ahLst/>
              <a:cxnLst/>
              <a:rect l="l" t="t" r="r" b="b"/>
              <a:pathLst>
                <a:path w="902" h="822" extrusionOk="0">
                  <a:moveTo>
                    <a:pt x="482" y="1"/>
                  </a:moveTo>
                  <a:cubicBezTo>
                    <a:pt x="206" y="1"/>
                    <a:pt x="1" y="259"/>
                    <a:pt x="90" y="545"/>
                  </a:cubicBezTo>
                  <a:cubicBezTo>
                    <a:pt x="143" y="714"/>
                    <a:pt x="304" y="821"/>
                    <a:pt x="482" y="821"/>
                  </a:cubicBezTo>
                  <a:lnTo>
                    <a:pt x="491" y="821"/>
                  </a:lnTo>
                  <a:cubicBezTo>
                    <a:pt x="714" y="821"/>
                    <a:pt x="902" y="643"/>
                    <a:pt x="902" y="420"/>
                  </a:cubicBezTo>
                  <a:cubicBezTo>
                    <a:pt x="902" y="188"/>
                    <a:pt x="723" y="1"/>
                    <a:pt x="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p43"/>
            <p:cNvSpPr/>
            <p:nvPr/>
          </p:nvSpPr>
          <p:spPr>
            <a:xfrm>
              <a:off x="4564041" y="1309486"/>
              <a:ext cx="15943" cy="14688"/>
            </a:xfrm>
            <a:custGeom>
              <a:avLst/>
              <a:gdLst/>
              <a:ahLst/>
              <a:cxnLst/>
              <a:rect l="l" t="t" r="r" b="b"/>
              <a:pathLst>
                <a:path w="902" h="831" extrusionOk="0">
                  <a:moveTo>
                    <a:pt x="482" y="0"/>
                  </a:moveTo>
                  <a:cubicBezTo>
                    <a:pt x="214" y="0"/>
                    <a:pt x="0" y="259"/>
                    <a:pt x="89" y="545"/>
                  </a:cubicBezTo>
                  <a:cubicBezTo>
                    <a:pt x="143" y="714"/>
                    <a:pt x="303" y="830"/>
                    <a:pt x="482" y="830"/>
                  </a:cubicBezTo>
                  <a:lnTo>
                    <a:pt x="491" y="830"/>
                  </a:lnTo>
                  <a:cubicBezTo>
                    <a:pt x="714" y="830"/>
                    <a:pt x="901" y="643"/>
                    <a:pt x="901" y="420"/>
                  </a:cubicBezTo>
                  <a:cubicBezTo>
                    <a:pt x="901" y="188"/>
                    <a:pt x="723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p43"/>
            <p:cNvSpPr/>
            <p:nvPr/>
          </p:nvSpPr>
          <p:spPr>
            <a:xfrm>
              <a:off x="4386177" y="1440988"/>
              <a:ext cx="61509" cy="61350"/>
            </a:xfrm>
            <a:custGeom>
              <a:avLst/>
              <a:gdLst/>
              <a:ahLst/>
              <a:cxnLst/>
              <a:rect l="l" t="t" r="r" b="b"/>
              <a:pathLst>
                <a:path w="3480" h="3471" extrusionOk="0">
                  <a:moveTo>
                    <a:pt x="1740" y="830"/>
                  </a:moveTo>
                  <a:cubicBezTo>
                    <a:pt x="2239" y="830"/>
                    <a:pt x="2650" y="1232"/>
                    <a:pt x="2650" y="1740"/>
                  </a:cubicBezTo>
                  <a:cubicBezTo>
                    <a:pt x="2650" y="2240"/>
                    <a:pt x="2239" y="2650"/>
                    <a:pt x="1740" y="2650"/>
                  </a:cubicBezTo>
                  <a:cubicBezTo>
                    <a:pt x="1499" y="2650"/>
                    <a:pt x="1267" y="2552"/>
                    <a:pt x="1097" y="2382"/>
                  </a:cubicBezTo>
                  <a:cubicBezTo>
                    <a:pt x="928" y="2204"/>
                    <a:pt x="830" y="1981"/>
                    <a:pt x="830" y="1740"/>
                  </a:cubicBezTo>
                  <a:cubicBezTo>
                    <a:pt x="830" y="1490"/>
                    <a:pt x="928" y="1267"/>
                    <a:pt x="1097" y="1089"/>
                  </a:cubicBezTo>
                  <a:cubicBezTo>
                    <a:pt x="1267" y="919"/>
                    <a:pt x="1499" y="830"/>
                    <a:pt x="1740" y="830"/>
                  </a:cubicBezTo>
                  <a:close/>
                  <a:moveTo>
                    <a:pt x="1740" y="0"/>
                  </a:moveTo>
                  <a:cubicBezTo>
                    <a:pt x="1276" y="0"/>
                    <a:pt x="839" y="179"/>
                    <a:pt x="509" y="509"/>
                  </a:cubicBezTo>
                  <a:cubicBezTo>
                    <a:pt x="178" y="839"/>
                    <a:pt x="0" y="1276"/>
                    <a:pt x="0" y="1740"/>
                  </a:cubicBezTo>
                  <a:cubicBezTo>
                    <a:pt x="0" y="2204"/>
                    <a:pt x="178" y="2632"/>
                    <a:pt x="509" y="2962"/>
                  </a:cubicBezTo>
                  <a:cubicBezTo>
                    <a:pt x="839" y="3292"/>
                    <a:pt x="1276" y="3471"/>
                    <a:pt x="1740" y="3471"/>
                  </a:cubicBezTo>
                  <a:cubicBezTo>
                    <a:pt x="2694" y="3471"/>
                    <a:pt x="3479" y="2695"/>
                    <a:pt x="3479" y="1740"/>
                  </a:cubicBezTo>
                  <a:cubicBezTo>
                    <a:pt x="3479" y="777"/>
                    <a:pt x="2694" y="0"/>
                    <a:pt x="1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p43"/>
            <p:cNvSpPr/>
            <p:nvPr/>
          </p:nvSpPr>
          <p:spPr>
            <a:xfrm>
              <a:off x="4385859" y="1263283"/>
              <a:ext cx="372289" cy="373243"/>
            </a:xfrm>
            <a:custGeom>
              <a:avLst/>
              <a:gdLst/>
              <a:ahLst/>
              <a:cxnLst/>
              <a:rect l="l" t="t" r="r" b="b"/>
              <a:pathLst>
                <a:path w="21063" h="21117" extrusionOk="0">
                  <a:moveTo>
                    <a:pt x="6093" y="2659"/>
                  </a:moveTo>
                  <a:cubicBezTo>
                    <a:pt x="6096" y="2659"/>
                    <a:pt x="6099" y="2659"/>
                    <a:pt x="6102" y="2659"/>
                  </a:cubicBezTo>
                  <a:lnTo>
                    <a:pt x="6102" y="2659"/>
                  </a:lnTo>
                  <a:cubicBezTo>
                    <a:pt x="6105" y="2659"/>
                    <a:pt x="6108" y="2659"/>
                    <a:pt x="6111" y="2659"/>
                  </a:cubicBezTo>
                  <a:close/>
                  <a:moveTo>
                    <a:pt x="6129" y="3462"/>
                  </a:moveTo>
                  <a:cubicBezTo>
                    <a:pt x="6629" y="3462"/>
                    <a:pt x="7039" y="3872"/>
                    <a:pt x="7039" y="4372"/>
                  </a:cubicBezTo>
                  <a:cubicBezTo>
                    <a:pt x="7039" y="4871"/>
                    <a:pt x="6629" y="5282"/>
                    <a:pt x="6129" y="5282"/>
                  </a:cubicBezTo>
                  <a:cubicBezTo>
                    <a:pt x="5888" y="5282"/>
                    <a:pt x="5656" y="5193"/>
                    <a:pt x="5487" y="5014"/>
                  </a:cubicBezTo>
                  <a:cubicBezTo>
                    <a:pt x="5317" y="4845"/>
                    <a:pt x="5219" y="4613"/>
                    <a:pt x="5219" y="4372"/>
                  </a:cubicBezTo>
                  <a:cubicBezTo>
                    <a:pt x="5219" y="4131"/>
                    <a:pt x="5317" y="3899"/>
                    <a:pt x="5487" y="3729"/>
                  </a:cubicBezTo>
                  <a:cubicBezTo>
                    <a:pt x="5656" y="3560"/>
                    <a:pt x="5888" y="3462"/>
                    <a:pt x="6129" y="3462"/>
                  </a:cubicBezTo>
                  <a:close/>
                  <a:moveTo>
                    <a:pt x="14872" y="3462"/>
                  </a:moveTo>
                  <a:cubicBezTo>
                    <a:pt x="15380" y="3462"/>
                    <a:pt x="15782" y="3872"/>
                    <a:pt x="15782" y="4372"/>
                  </a:cubicBezTo>
                  <a:cubicBezTo>
                    <a:pt x="15782" y="4871"/>
                    <a:pt x="15380" y="5282"/>
                    <a:pt x="14872" y="5282"/>
                  </a:cubicBezTo>
                  <a:cubicBezTo>
                    <a:pt x="14631" y="5282"/>
                    <a:pt x="14408" y="5193"/>
                    <a:pt x="14229" y="5014"/>
                  </a:cubicBezTo>
                  <a:cubicBezTo>
                    <a:pt x="14060" y="4845"/>
                    <a:pt x="13971" y="4613"/>
                    <a:pt x="13971" y="4372"/>
                  </a:cubicBezTo>
                  <a:cubicBezTo>
                    <a:pt x="13971" y="4131"/>
                    <a:pt x="14060" y="3899"/>
                    <a:pt x="14229" y="3729"/>
                  </a:cubicBezTo>
                  <a:cubicBezTo>
                    <a:pt x="14408" y="3560"/>
                    <a:pt x="14631" y="3462"/>
                    <a:pt x="14872" y="3462"/>
                  </a:cubicBezTo>
                  <a:close/>
                  <a:moveTo>
                    <a:pt x="4380" y="9207"/>
                  </a:moveTo>
                  <a:lnTo>
                    <a:pt x="4380" y="9225"/>
                  </a:lnTo>
                  <a:cubicBezTo>
                    <a:pt x="4380" y="9222"/>
                    <a:pt x="4380" y="9219"/>
                    <a:pt x="4380" y="9216"/>
                  </a:cubicBezTo>
                  <a:lnTo>
                    <a:pt x="4380" y="9216"/>
                  </a:lnTo>
                  <a:cubicBezTo>
                    <a:pt x="4380" y="9213"/>
                    <a:pt x="4380" y="9210"/>
                    <a:pt x="4380" y="9207"/>
                  </a:cubicBezTo>
                  <a:close/>
                  <a:moveTo>
                    <a:pt x="6129" y="8297"/>
                  </a:moveTo>
                  <a:cubicBezTo>
                    <a:pt x="6629" y="8297"/>
                    <a:pt x="7039" y="8707"/>
                    <a:pt x="7039" y="9207"/>
                  </a:cubicBezTo>
                  <a:cubicBezTo>
                    <a:pt x="7039" y="9707"/>
                    <a:pt x="6629" y="10117"/>
                    <a:pt x="6129" y="10117"/>
                  </a:cubicBezTo>
                  <a:cubicBezTo>
                    <a:pt x="5888" y="10117"/>
                    <a:pt x="5656" y="10019"/>
                    <a:pt x="5487" y="9849"/>
                  </a:cubicBezTo>
                  <a:cubicBezTo>
                    <a:pt x="5317" y="9680"/>
                    <a:pt x="5219" y="9448"/>
                    <a:pt x="5219" y="9207"/>
                  </a:cubicBezTo>
                  <a:cubicBezTo>
                    <a:pt x="5219" y="8966"/>
                    <a:pt x="5317" y="8734"/>
                    <a:pt x="5487" y="8565"/>
                  </a:cubicBezTo>
                  <a:cubicBezTo>
                    <a:pt x="5656" y="8386"/>
                    <a:pt x="5888" y="8297"/>
                    <a:pt x="6129" y="8297"/>
                  </a:cubicBezTo>
                  <a:close/>
                  <a:moveTo>
                    <a:pt x="14881" y="8297"/>
                  </a:moveTo>
                  <a:cubicBezTo>
                    <a:pt x="15380" y="8297"/>
                    <a:pt x="15782" y="8707"/>
                    <a:pt x="15782" y="9207"/>
                  </a:cubicBezTo>
                  <a:cubicBezTo>
                    <a:pt x="15782" y="9707"/>
                    <a:pt x="15380" y="10117"/>
                    <a:pt x="14872" y="10117"/>
                  </a:cubicBezTo>
                  <a:cubicBezTo>
                    <a:pt x="14631" y="10117"/>
                    <a:pt x="14408" y="10019"/>
                    <a:pt x="14229" y="9849"/>
                  </a:cubicBezTo>
                  <a:cubicBezTo>
                    <a:pt x="14060" y="9680"/>
                    <a:pt x="13971" y="9448"/>
                    <a:pt x="13971" y="9207"/>
                  </a:cubicBezTo>
                  <a:cubicBezTo>
                    <a:pt x="13971" y="8966"/>
                    <a:pt x="14060" y="8734"/>
                    <a:pt x="14229" y="8565"/>
                  </a:cubicBezTo>
                  <a:cubicBezTo>
                    <a:pt x="14408" y="8386"/>
                    <a:pt x="14631" y="8297"/>
                    <a:pt x="14881" y="8297"/>
                  </a:cubicBezTo>
                  <a:close/>
                  <a:moveTo>
                    <a:pt x="10524" y="804"/>
                  </a:moveTo>
                  <a:cubicBezTo>
                    <a:pt x="10721" y="804"/>
                    <a:pt x="10917" y="867"/>
                    <a:pt x="11080" y="991"/>
                  </a:cubicBezTo>
                  <a:cubicBezTo>
                    <a:pt x="11473" y="1303"/>
                    <a:pt x="11544" y="1847"/>
                    <a:pt x="11267" y="2240"/>
                  </a:cubicBezTo>
                  <a:cubicBezTo>
                    <a:pt x="11134" y="2427"/>
                    <a:pt x="11178" y="2686"/>
                    <a:pt x="11357" y="2820"/>
                  </a:cubicBezTo>
                  <a:cubicBezTo>
                    <a:pt x="11431" y="2871"/>
                    <a:pt x="11509" y="2893"/>
                    <a:pt x="11588" y="2893"/>
                  </a:cubicBezTo>
                  <a:cubicBezTo>
                    <a:pt x="11632" y="2893"/>
                    <a:pt x="11677" y="2886"/>
                    <a:pt x="11722" y="2873"/>
                  </a:cubicBezTo>
                  <a:lnTo>
                    <a:pt x="13239" y="3756"/>
                  </a:lnTo>
                  <a:cubicBezTo>
                    <a:pt x="13132" y="4033"/>
                    <a:pt x="13096" y="4336"/>
                    <a:pt x="13150" y="4648"/>
                  </a:cubicBezTo>
                  <a:cubicBezTo>
                    <a:pt x="13194" y="4925"/>
                    <a:pt x="13301" y="5193"/>
                    <a:pt x="13471" y="5416"/>
                  </a:cubicBezTo>
                  <a:cubicBezTo>
                    <a:pt x="13721" y="5746"/>
                    <a:pt x="14069" y="5969"/>
                    <a:pt x="14452" y="6058"/>
                  </a:cubicBezTo>
                  <a:lnTo>
                    <a:pt x="14452" y="7521"/>
                  </a:lnTo>
                  <a:cubicBezTo>
                    <a:pt x="14140" y="7592"/>
                    <a:pt x="13864" y="7753"/>
                    <a:pt x="13632" y="7976"/>
                  </a:cubicBezTo>
                  <a:cubicBezTo>
                    <a:pt x="13310" y="8306"/>
                    <a:pt x="13123" y="8743"/>
                    <a:pt x="13123" y="9207"/>
                  </a:cubicBezTo>
                  <a:cubicBezTo>
                    <a:pt x="13123" y="9394"/>
                    <a:pt x="13159" y="9573"/>
                    <a:pt x="13212" y="9742"/>
                  </a:cubicBezTo>
                  <a:lnTo>
                    <a:pt x="11740" y="10590"/>
                  </a:lnTo>
                  <a:cubicBezTo>
                    <a:pt x="11690" y="10570"/>
                    <a:pt x="11637" y="10560"/>
                    <a:pt x="11585" y="10560"/>
                  </a:cubicBezTo>
                  <a:cubicBezTo>
                    <a:pt x="11498" y="10560"/>
                    <a:pt x="11411" y="10588"/>
                    <a:pt x="11339" y="10643"/>
                  </a:cubicBezTo>
                  <a:cubicBezTo>
                    <a:pt x="11152" y="10777"/>
                    <a:pt x="11116" y="11036"/>
                    <a:pt x="11250" y="11223"/>
                  </a:cubicBezTo>
                  <a:cubicBezTo>
                    <a:pt x="11517" y="11580"/>
                    <a:pt x="11482" y="12088"/>
                    <a:pt x="11160" y="12410"/>
                  </a:cubicBezTo>
                  <a:cubicBezTo>
                    <a:pt x="10982" y="12588"/>
                    <a:pt x="10750" y="12677"/>
                    <a:pt x="10518" y="12677"/>
                  </a:cubicBezTo>
                  <a:cubicBezTo>
                    <a:pt x="10286" y="12677"/>
                    <a:pt x="10054" y="12588"/>
                    <a:pt x="9876" y="12410"/>
                  </a:cubicBezTo>
                  <a:cubicBezTo>
                    <a:pt x="9555" y="12088"/>
                    <a:pt x="9519" y="11598"/>
                    <a:pt x="9778" y="11241"/>
                  </a:cubicBezTo>
                  <a:cubicBezTo>
                    <a:pt x="9912" y="11054"/>
                    <a:pt x="9867" y="10795"/>
                    <a:pt x="9680" y="10661"/>
                  </a:cubicBezTo>
                  <a:cubicBezTo>
                    <a:pt x="9605" y="10608"/>
                    <a:pt x="9521" y="10583"/>
                    <a:pt x="9440" y="10583"/>
                  </a:cubicBezTo>
                  <a:cubicBezTo>
                    <a:pt x="9384" y="10583"/>
                    <a:pt x="9329" y="10595"/>
                    <a:pt x="9278" y="10617"/>
                  </a:cubicBezTo>
                  <a:lnTo>
                    <a:pt x="7762" y="9742"/>
                  </a:lnTo>
                  <a:cubicBezTo>
                    <a:pt x="7824" y="9573"/>
                    <a:pt x="7851" y="9394"/>
                    <a:pt x="7851" y="9207"/>
                  </a:cubicBezTo>
                  <a:cubicBezTo>
                    <a:pt x="7851" y="8386"/>
                    <a:pt x="7289" y="7708"/>
                    <a:pt x="6522" y="7521"/>
                  </a:cubicBezTo>
                  <a:lnTo>
                    <a:pt x="6522" y="6058"/>
                  </a:lnTo>
                  <a:cubicBezTo>
                    <a:pt x="7289" y="5871"/>
                    <a:pt x="7851" y="5184"/>
                    <a:pt x="7851" y="4372"/>
                  </a:cubicBezTo>
                  <a:cubicBezTo>
                    <a:pt x="7851" y="4158"/>
                    <a:pt x="7806" y="3944"/>
                    <a:pt x="7735" y="3756"/>
                  </a:cubicBezTo>
                  <a:lnTo>
                    <a:pt x="9269" y="2873"/>
                  </a:lnTo>
                  <a:cubicBezTo>
                    <a:pt x="9323" y="2900"/>
                    <a:pt x="9394" y="2918"/>
                    <a:pt x="9457" y="2918"/>
                  </a:cubicBezTo>
                  <a:cubicBezTo>
                    <a:pt x="9590" y="2918"/>
                    <a:pt x="9724" y="2855"/>
                    <a:pt x="9813" y="2713"/>
                  </a:cubicBezTo>
                  <a:cubicBezTo>
                    <a:pt x="9903" y="2570"/>
                    <a:pt x="9885" y="2391"/>
                    <a:pt x="9787" y="2258"/>
                  </a:cubicBezTo>
                  <a:cubicBezTo>
                    <a:pt x="9474" y="1838"/>
                    <a:pt x="9581" y="1205"/>
                    <a:pt x="10063" y="928"/>
                  </a:cubicBezTo>
                  <a:cubicBezTo>
                    <a:pt x="10206" y="845"/>
                    <a:pt x="10365" y="804"/>
                    <a:pt x="10524" y="804"/>
                  </a:cubicBezTo>
                  <a:close/>
                  <a:moveTo>
                    <a:pt x="19252" y="10964"/>
                  </a:moveTo>
                  <a:cubicBezTo>
                    <a:pt x="19751" y="10964"/>
                    <a:pt x="20162" y="11366"/>
                    <a:pt x="20162" y="11874"/>
                  </a:cubicBezTo>
                  <a:cubicBezTo>
                    <a:pt x="20162" y="12374"/>
                    <a:pt x="19751" y="12775"/>
                    <a:pt x="19252" y="12775"/>
                  </a:cubicBezTo>
                  <a:cubicBezTo>
                    <a:pt x="19002" y="12775"/>
                    <a:pt x="18779" y="12686"/>
                    <a:pt x="18610" y="12517"/>
                  </a:cubicBezTo>
                  <a:cubicBezTo>
                    <a:pt x="18431" y="12338"/>
                    <a:pt x="18342" y="12115"/>
                    <a:pt x="18342" y="11874"/>
                  </a:cubicBezTo>
                  <a:cubicBezTo>
                    <a:pt x="18342" y="11625"/>
                    <a:pt x="18431" y="11402"/>
                    <a:pt x="18610" y="11223"/>
                  </a:cubicBezTo>
                  <a:cubicBezTo>
                    <a:pt x="18779" y="11054"/>
                    <a:pt x="19002" y="10964"/>
                    <a:pt x="19252" y="10964"/>
                  </a:cubicBezTo>
                  <a:close/>
                  <a:moveTo>
                    <a:pt x="1758" y="15817"/>
                  </a:moveTo>
                  <a:cubicBezTo>
                    <a:pt x="2257" y="15817"/>
                    <a:pt x="2668" y="16228"/>
                    <a:pt x="2668" y="16727"/>
                  </a:cubicBezTo>
                  <a:cubicBezTo>
                    <a:pt x="2668" y="17236"/>
                    <a:pt x="2257" y="17637"/>
                    <a:pt x="1758" y="17637"/>
                  </a:cubicBezTo>
                  <a:cubicBezTo>
                    <a:pt x="1517" y="17637"/>
                    <a:pt x="1285" y="17548"/>
                    <a:pt x="1115" y="17370"/>
                  </a:cubicBezTo>
                  <a:cubicBezTo>
                    <a:pt x="946" y="17200"/>
                    <a:pt x="848" y="16977"/>
                    <a:pt x="848" y="16727"/>
                  </a:cubicBezTo>
                  <a:cubicBezTo>
                    <a:pt x="848" y="16487"/>
                    <a:pt x="946" y="16263"/>
                    <a:pt x="1115" y="16085"/>
                  </a:cubicBezTo>
                  <a:cubicBezTo>
                    <a:pt x="1285" y="15916"/>
                    <a:pt x="1517" y="15817"/>
                    <a:pt x="1758" y="15817"/>
                  </a:cubicBezTo>
                  <a:close/>
                  <a:moveTo>
                    <a:pt x="19252" y="15826"/>
                  </a:moveTo>
                  <a:cubicBezTo>
                    <a:pt x="19751" y="15826"/>
                    <a:pt x="20162" y="16228"/>
                    <a:pt x="20162" y="16727"/>
                  </a:cubicBezTo>
                  <a:cubicBezTo>
                    <a:pt x="20162" y="17236"/>
                    <a:pt x="19751" y="17637"/>
                    <a:pt x="19252" y="17637"/>
                  </a:cubicBezTo>
                  <a:cubicBezTo>
                    <a:pt x="19002" y="17637"/>
                    <a:pt x="18779" y="17548"/>
                    <a:pt x="18610" y="17379"/>
                  </a:cubicBezTo>
                  <a:cubicBezTo>
                    <a:pt x="18431" y="17200"/>
                    <a:pt x="18342" y="16977"/>
                    <a:pt x="18342" y="16727"/>
                  </a:cubicBezTo>
                  <a:cubicBezTo>
                    <a:pt x="18342" y="16487"/>
                    <a:pt x="18431" y="16263"/>
                    <a:pt x="18610" y="16085"/>
                  </a:cubicBezTo>
                  <a:cubicBezTo>
                    <a:pt x="18779" y="15916"/>
                    <a:pt x="19002" y="15826"/>
                    <a:pt x="19252" y="15826"/>
                  </a:cubicBezTo>
                  <a:close/>
                  <a:moveTo>
                    <a:pt x="10509" y="16023"/>
                  </a:moveTo>
                  <a:cubicBezTo>
                    <a:pt x="11009" y="16023"/>
                    <a:pt x="11419" y="16433"/>
                    <a:pt x="11419" y="16933"/>
                  </a:cubicBezTo>
                  <a:cubicBezTo>
                    <a:pt x="11419" y="17432"/>
                    <a:pt x="11009" y="17843"/>
                    <a:pt x="10509" y="17843"/>
                  </a:cubicBezTo>
                  <a:cubicBezTo>
                    <a:pt x="10268" y="17843"/>
                    <a:pt x="10036" y="17744"/>
                    <a:pt x="9867" y="17575"/>
                  </a:cubicBezTo>
                  <a:cubicBezTo>
                    <a:pt x="9697" y="17405"/>
                    <a:pt x="9599" y="17173"/>
                    <a:pt x="9599" y="16933"/>
                  </a:cubicBezTo>
                  <a:cubicBezTo>
                    <a:pt x="9599" y="16692"/>
                    <a:pt x="9697" y="16460"/>
                    <a:pt x="9867" y="16290"/>
                  </a:cubicBezTo>
                  <a:cubicBezTo>
                    <a:pt x="10036" y="16121"/>
                    <a:pt x="10268" y="16023"/>
                    <a:pt x="10509" y="16023"/>
                  </a:cubicBezTo>
                  <a:close/>
                  <a:moveTo>
                    <a:pt x="16094" y="10438"/>
                  </a:moveTo>
                  <a:lnTo>
                    <a:pt x="17601" y="11303"/>
                  </a:lnTo>
                  <a:cubicBezTo>
                    <a:pt x="17539" y="11482"/>
                    <a:pt x="17512" y="11669"/>
                    <a:pt x="17512" y="11865"/>
                  </a:cubicBezTo>
                  <a:cubicBezTo>
                    <a:pt x="17512" y="12329"/>
                    <a:pt x="17691" y="12766"/>
                    <a:pt x="18021" y="13097"/>
                  </a:cubicBezTo>
                  <a:cubicBezTo>
                    <a:pt x="18253" y="13328"/>
                    <a:pt x="18547" y="13489"/>
                    <a:pt x="18868" y="13560"/>
                  </a:cubicBezTo>
                  <a:lnTo>
                    <a:pt x="18868" y="15032"/>
                  </a:lnTo>
                  <a:cubicBezTo>
                    <a:pt x="18467" y="15122"/>
                    <a:pt x="18110" y="15345"/>
                    <a:pt x="17851" y="15693"/>
                  </a:cubicBezTo>
                  <a:cubicBezTo>
                    <a:pt x="17673" y="15925"/>
                    <a:pt x="17566" y="16201"/>
                    <a:pt x="17521" y="16495"/>
                  </a:cubicBezTo>
                  <a:cubicBezTo>
                    <a:pt x="17485" y="16790"/>
                    <a:pt x="17521" y="17066"/>
                    <a:pt x="17610" y="17325"/>
                  </a:cubicBezTo>
                  <a:lnTo>
                    <a:pt x="16129" y="18182"/>
                  </a:lnTo>
                  <a:cubicBezTo>
                    <a:pt x="15808" y="17851"/>
                    <a:pt x="15362" y="17637"/>
                    <a:pt x="14863" y="17637"/>
                  </a:cubicBezTo>
                  <a:cubicBezTo>
                    <a:pt x="14399" y="17637"/>
                    <a:pt x="13962" y="17816"/>
                    <a:pt x="13632" y="18146"/>
                  </a:cubicBezTo>
                  <a:cubicBezTo>
                    <a:pt x="13623" y="18164"/>
                    <a:pt x="13605" y="18173"/>
                    <a:pt x="13596" y="18190"/>
                  </a:cubicBezTo>
                  <a:lnTo>
                    <a:pt x="12169" y="17396"/>
                  </a:lnTo>
                  <a:cubicBezTo>
                    <a:pt x="12204" y="17245"/>
                    <a:pt x="12231" y="17093"/>
                    <a:pt x="12231" y="16933"/>
                  </a:cubicBezTo>
                  <a:cubicBezTo>
                    <a:pt x="12231" y="16112"/>
                    <a:pt x="11660" y="15425"/>
                    <a:pt x="10902" y="15247"/>
                  </a:cubicBezTo>
                  <a:lnTo>
                    <a:pt x="10902" y="13453"/>
                  </a:lnTo>
                  <a:cubicBezTo>
                    <a:pt x="11214" y="13382"/>
                    <a:pt x="11508" y="13230"/>
                    <a:pt x="11749" y="12989"/>
                  </a:cubicBezTo>
                  <a:cubicBezTo>
                    <a:pt x="12195" y="12535"/>
                    <a:pt x="12356" y="11874"/>
                    <a:pt x="12186" y="11286"/>
                  </a:cubicBezTo>
                  <a:lnTo>
                    <a:pt x="13649" y="10447"/>
                  </a:lnTo>
                  <a:cubicBezTo>
                    <a:pt x="13979" y="10759"/>
                    <a:pt x="14408" y="10938"/>
                    <a:pt x="14863" y="10938"/>
                  </a:cubicBezTo>
                  <a:cubicBezTo>
                    <a:pt x="15344" y="10938"/>
                    <a:pt x="15782" y="10750"/>
                    <a:pt x="16094" y="10438"/>
                  </a:cubicBezTo>
                  <a:close/>
                  <a:moveTo>
                    <a:pt x="14872" y="18467"/>
                  </a:moveTo>
                  <a:cubicBezTo>
                    <a:pt x="15380" y="18467"/>
                    <a:pt x="15782" y="18877"/>
                    <a:pt x="15782" y="19377"/>
                  </a:cubicBezTo>
                  <a:cubicBezTo>
                    <a:pt x="15782" y="19877"/>
                    <a:pt x="15380" y="20287"/>
                    <a:pt x="14872" y="20287"/>
                  </a:cubicBezTo>
                  <a:cubicBezTo>
                    <a:pt x="14631" y="20287"/>
                    <a:pt x="14408" y="20189"/>
                    <a:pt x="14229" y="20019"/>
                  </a:cubicBezTo>
                  <a:cubicBezTo>
                    <a:pt x="14060" y="19850"/>
                    <a:pt x="13962" y="19618"/>
                    <a:pt x="13962" y="19377"/>
                  </a:cubicBezTo>
                  <a:cubicBezTo>
                    <a:pt x="13962" y="19136"/>
                    <a:pt x="14060" y="18904"/>
                    <a:pt x="14229" y="18735"/>
                  </a:cubicBezTo>
                  <a:cubicBezTo>
                    <a:pt x="14408" y="18565"/>
                    <a:pt x="14631" y="18467"/>
                    <a:pt x="14872" y="18467"/>
                  </a:cubicBezTo>
                  <a:close/>
                  <a:moveTo>
                    <a:pt x="10509" y="1"/>
                  </a:moveTo>
                  <a:cubicBezTo>
                    <a:pt x="10063" y="1"/>
                    <a:pt x="9617" y="170"/>
                    <a:pt x="9278" y="509"/>
                  </a:cubicBezTo>
                  <a:cubicBezTo>
                    <a:pt x="8832" y="955"/>
                    <a:pt x="8671" y="1597"/>
                    <a:pt x="8832" y="2186"/>
                  </a:cubicBezTo>
                  <a:lnTo>
                    <a:pt x="7244" y="3096"/>
                  </a:lnTo>
                  <a:cubicBezTo>
                    <a:pt x="6943" y="2821"/>
                    <a:pt x="6536" y="2661"/>
                    <a:pt x="6102" y="2659"/>
                  </a:cubicBezTo>
                  <a:lnTo>
                    <a:pt x="6102" y="2659"/>
                  </a:lnTo>
                  <a:cubicBezTo>
                    <a:pt x="5642" y="2661"/>
                    <a:pt x="5208" y="2840"/>
                    <a:pt x="4889" y="3167"/>
                  </a:cubicBezTo>
                  <a:cubicBezTo>
                    <a:pt x="4559" y="3498"/>
                    <a:pt x="4380" y="3926"/>
                    <a:pt x="4380" y="4390"/>
                  </a:cubicBezTo>
                  <a:cubicBezTo>
                    <a:pt x="4380" y="4854"/>
                    <a:pt x="4559" y="5291"/>
                    <a:pt x="4889" y="5621"/>
                  </a:cubicBezTo>
                  <a:cubicBezTo>
                    <a:pt x="5112" y="5853"/>
                    <a:pt x="5397" y="6004"/>
                    <a:pt x="5701" y="6076"/>
                  </a:cubicBezTo>
                  <a:lnTo>
                    <a:pt x="5701" y="7539"/>
                  </a:lnTo>
                  <a:cubicBezTo>
                    <a:pt x="5397" y="7610"/>
                    <a:pt x="5112" y="7771"/>
                    <a:pt x="4889" y="7994"/>
                  </a:cubicBezTo>
                  <a:cubicBezTo>
                    <a:pt x="4561" y="8322"/>
                    <a:pt x="4383" y="8755"/>
                    <a:pt x="4380" y="9216"/>
                  </a:cubicBezTo>
                  <a:lnTo>
                    <a:pt x="4380" y="9216"/>
                  </a:lnTo>
                  <a:cubicBezTo>
                    <a:pt x="4381" y="9400"/>
                    <a:pt x="4408" y="9576"/>
                    <a:pt x="4461" y="9742"/>
                  </a:cubicBezTo>
                  <a:lnTo>
                    <a:pt x="2605" y="10822"/>
                  </a:lnTo>
                  <a:cubicBezTo>
                    <a:pt x="2409" y="10929"/>
                    <a:pt x="2775" y="11000"/>
                    <a:pt x="2891" y="11196"/>
                  </a:cubicBezTo>
                  <a:cubicBezTo>
                    <a:pt x="2971" y="11330"/>
                    <a:pt x="2668" y="11589"/>
                    <a:pt x="2810" y="11589"/>
                  </a:cubicBezTo>
                  <a:cubicBezTo>
                    <a:pt x="2882" y="11589"/>
                    <a:pt x="2953" y="11571"/>
                    <a:pt x="3024" y="11535"/>
                  </a:cubicBezTo>
                  <a:lnTo>
                    <a:pt x="4907" y="10447"/>
                  </a:lnTo>
                  <a:cubicBezTo>
                    <a:pt x="5228" y="10768"/>
                    <a:pt x="5656" y="10938"/>
                    <a:pt x="6111" y="10938"/>
                  </a:cubicBezTo>
                  <a:cubicBezTo>
                    <a:pt x="6584" y="10938"/>
                    <a:pt x="7012" y="10750"/>
                    <a:pt x="7333" y="10447"/>
                  </a:cubicBezTo>
                  <a:lnTo>
                    <a:pt x="8841" y="11312"/>
                  </a:lnTo>
                  <a:cubicBezTo>
                    <a:pt x="8680" y="11901"/>
                    <a:pt x="8841" y="12535"/>
                    <a:pt x="9287" y="12989"/>
                  </a:cubicBezTo>
                  <a:cubicBezTo>
                    <a:pt x="9519" y="13213"/>
                    <a:pt x="9787" y="13364"/>
                    <a:pt x="10072" y="13436"/>
                  </a:cubicBezTo>
                  <a:lnTo>
                    <a:pt x="10072" y="15247"/>
                  </a:lnTo>
                  <a:cubicBezTo>
                    <a:pt x="9769" y="15318"/>
                    <a:pt x="9492" y="15478"/>
                    <a:pt x="9260" y="15701"/>
                  </a:cubicBezTo>
                  <a:cubicBezTo>
                    <a:pt x="8939" y="16032"/>
                    <a:pt x="8752" y="16469"/>
                    <a:pt x="8752" y="16933"/>
                  </a:cubicBezTo>
                  <a:cubicBezTo>
                    <a:pt x="8752" y="17075"/>
                    <a:pt x="8770" y="17209"/>
                    <a:pt x="8805" y="17343"/>
                  </a:cubicBezTo>
                  <a:lnTo>
                    <a:pt x="7360" y="18173"/>
                  </a:lnTo>
                  <a:cubicBezTo>
                    <a:pt x="7039" y="17843"/>
                    <a:pt x="6593" y="17637"/>
                    <a:pt x="6102" y="17637"/>
                  </a:cubicBezTo>
                  <a:cubicBezTo>
                    <a:pt x="5620" y="17637"/>
                    <a:pt x="5174" y="17843"/>
                    <a:pt x="4853" y="18173"/>
                  </a:cubicBezTo>
                  <a:lnTo>
                    <a:pt x="3372" y="17316"/>
                  </a:lnTo>
                  <a:cubicBezTo>
                    <a:pt x="3435" y="17129"/>
                    <a:pt x="3471" y="16933"/>
                    <a:pt x="3471" y="16727"/>
                  </a:cubicBezTo>
                  <a:cubicBezTo>
                    <a:pt x="3471" y="15916"/>
                    <a:pt x="2908" y="15229"/>
                    <a:pt x="2150" y="15041"/>
                  </a:cubicBezTo>
                  <a:lnTo>
                    <a:pt x="2150" y="13293"/>
                  </a:lnTo>
                  <a:cubicBezTo>
                    <a:pt x="2150" y="13079"/>
                    <a:pt x="1999" y="12900"/>
                    <a:pt x="1793" y="12865"/>
                  </a:cubicBezTo>
                  <a:cubicBezTo>
                    <a:pt x="1774" y="12862"/>
                    <a:pt x="1754" y="12860"/>
                    <a:pt x="1734" y="12860"/>
                  </a:cubicBezTo>
                  <a:cubicBezTo>
                    <a:pt x="1510" y="12860"/>
                    <a:pt x="1321" y="13045"/>
                    <a:pt x="1321" y="13275"/>
                  </a:cubicBezTo>
                  <a:lnTo>
                    <a:pt x="1321" y="15041"/>
                  </a:lnTo>
                  <a:cubicBezTo>
                    <a:pt x="1017" y="15113"/>
                    <a:pt x="741" y="15273"/>
                    <a:pt x="509" y="15496"/>
                  </a:cubicBezTo>
                  <a:cubicBezTo>
                    <a:pt x="179" y="15826"/>
                    <a:pt x="0" y="16263"/>
                    <a:pt x="0" y="16736"/>
                  </a:cubicBezTo>
                  <a:cubicBezTo>
                    <a:pt x="0" y="17165"/>
                    <a:pt x="161" y="17593"/>
                    <a:pt x="455" y="17905"/>
                  </a:cubicBezTo>
                  <a:cubicBezTo>
                    <a:pt x="794" y="18271"/>
                    <a:pt x="1249" y="18467"/>
                    <a:pt x="1740" y="18467"/>
                  </a:cubicBezTo>
                  <a:cubicBezTo>
                    <a:pt x="2195" y="18467"/>
                    <a:pt x="2605" y="18289"/>
                    <a:pt x="2917" y="18003"/>
                  </a:cubicBezTo>
                  <a:lnTo>
                    <a:pt x="4443" y="18886"/>
                  </a:lnTo>
                  <a:cubicBezTo>
                    <a:pt x="4416" y="18958"/>
                    <a:pt x="4398" y="19038"/>
                    <a:pt x="4389" y="19118"/>
                  </a:cubicBezTo>
                  <a:cubicBezTo>
                    <a:pt x="4354" y="19350"/>
                    <a:pt x="4514" y="19555"/>
                    <a:pt x="4737" y="19591"/>
                  </a:cubicBezTo>
                  <a:cubicBezTo>
                    <a:pt x="4758" y="19594"/>
                    <a:pt x="4779" y="19596"/>
                    <a:pt x="4800" y="19596"/>
                  </a:cubicBezTo>
                  <a:cubicBezTo>
                    <a:pt x="4999" y="19596"/>
                    <a:pt x="5178" y="19445"/>
                    <a:pt x="5210" y="19243"/>
                  </a:cubicBezTo>
                  <a:cubicBezTo>
                    <a:pt x="5275" y="18795"/>
                    <a:pt x="5660" y="18467"/>
                    <a:pt x="6113" y="18467"/>
                  </a:cubicBezTo>
                  <a:cubicBezTo>
                    <a:pt x="6156" y="18467"/>
                    <a:pt x="6200" y="18470"/>
                    <a:pt x="6245" y="18476"/>
                  </a:cubicBezTo>
                  <a:cubicBezTo>
                    <a:pt x="6691" y="18538"/>
                    <a:pt x="7030" y="18949"/>
                    <a:pt x="7021" y="19404"/>
                  </a:cubicBezTo>
                  <a:cubicBezTo>
                    <a:pt x="7003" y="19841"/>
                    <a:pt x="6691" y="20198"/>
                    <a:pt x="6263" y="20269"/>
                  </a:cubicBezTo>
                  <a:cubicBezTo>
                    <a:pt x="6031" y="20314"/>
                    <a:pt x="5879" y="20528"/>
                    <a:pt x="5924" y="20751"/>
                  </a:cubicBezTo>
                  <a:cubicBezTo>
                    <a:pt x="5951" y="20956"/>
                    <a:pt x="6129" y="21099"/>
                    <a:pt x="6325" y="21099"/>
                  </a:cubicBezTo>
                  <a:cubicBezTo>
                    <a:pt x="6352" y="21099"/>
                    <a:pt x="6370" y="21090"/>
                    <a:pt x="6397" y="21090"/>
                  </a:cubicBezTo>
                  <a:cubicBezTo>
                    <a:pt x="7235" y="20947"/>
                    <a:pt x="7842" y="20224"/>
                    <a:pt x="7842" y="19377"/>
                  </a:cubicBezTo>
                  <a:cubicBezTo>
                    <a:pt x="7842" y="19207"/>
                    <a:pt x="7824" y="19047"/>
                    <a:pt x="7779" y="18886"/>
                  </a:cubicBezTo>
                  <a:lnTo>
                    <a:pt x="9189" y="18074"/>
                  </a:lnTo>
                  <a:cubicBezTo>
                    <a:pt x="9216" y="18101"/>
                    <a:pt x="9242" y="18137"/>
                    <a:pt x="9269" y="18164"/>
                  </a:cubicBezTo>
                  <a:cubicBezTo>
                    <a:pt x="9599" y="18494"/>
                    <a:pt x="10036" y="18672"/>
                    <a:pt x="10500" y="18672"/>
                  </a:cubicBezTo>
                  <a:cubicBezTo>
                    <a:pt x="11000" y="18672"/>
                    <a:pt x="11446" y="18458"/>
                    <a:pt x="11767" y="18119"/>
                  </a:cubicBezTo>
                  <a:lnTo>
                    <a:pt x="13194" y="18913"/>
                  </a:lnTo>
                  <a:cubicBezTo>
                    <a:pt x="13150" y="19065"/>
                    <a:pt x="13132" y="19216"/>
                    <a:pt x="13132" y="19377"/>
                  </a:cubicBezTo>
                  <a:cubicBezTo>
                    <a:pt x="13132" y="19841"/>
                    <a:pt x="13310" y="20278"/>
                    <a:pt x="13640" y="20608"/>
                  </a:cubicBezTo>
                  <a:cubicBezTo>
                    <a:pt x="13971" y="20938"/>
                    <a:pt x="14408" y="21117"/>
                    <a:pt x="14872" y="21117"/>
                  </a:cubicBezTo>
                  <a:cubicBezTo>
                    <a:pt x="15826" y="21117"/>
                    <a:pt x="16602" y="20340"/>
                    <a:pt x="16602" y="19377"/>
                  </a:cubicBezTo>
                  <a:cubicBezTo>
                    <a:pt x="16602" y="19216"/>
                    <a:pt x="16584" y="19056"/>
                    <a:pt x="16540" y="18904"/>
                  </a:cubicBezTo>
                  <a:lnTo>
                    <a:pt x="18074" y="18012"/>
                  </a:lnTo>
                  <a:cubicBezTo>
                    <a:pt x="18395" y="18306"/>
                    <a:pt x="18806" y="18467"/>
                    <a:pt x="19243" y="18467"/>
                  </a:cubicBezTo>
                  <a:cubicBezTo>
                    <a:pt x="20206" y="18467"/>
                    <a:pt x="20983" y="17691"/>
                    <a:pt x="20983" y="16727"/>
                  </a:cubicBezTo>
                  <a:cubicBezTo>
                    <a:pt x="20983" y="15925"/>
                    <a:pt x="20438" y="15247"/>
                    <a:pt x="19689" y="15050"/>
                  </a:cubicBezTo>
                  <a:lnTo>
                    <a:pt x="19689" y="13569"/>
                  </a:lnTo>
                  <a:cubicBezTo>
                    <a:pt x="20492" y="13355"/>
                    <a:pt x="21063" y="12597"/>
                    <a:pt x="20974" y="11714"/>
                  </a:cubicBezTo>
                  <a:cubicBezTo>
                    <a:pt x="20893" y="10902"/>
                    <a:pt x="20242" y="10251"/>
                    <a:pt x="19430" y="10162"/>
                  </a:cubicBezTo>
                  <a:cubicBezTo>
                    <a:pt x="19367" y="10155"/>
                    <a:pt x="19305" y="10152"/>
                    <a:pt x="19243" y="10152"/>
                  </a:cubicBezTo>
                  <a:cubicBezTo>
                    <a:pt x="18793" y="10152"/>
                    <a:pt x="18369" y="10320"/>
                    <a:pt x="18047" y="10625"/>
                  </a:cubicBezTo>
                  <a:lnTo>
                    <a:pt x="16522" y="9751"/>
                  </a:lnTo>
                  <a:cubicBezTo>
                    <a:pt x="16576" y="9582"/>
                    <a:pt x="16602" y="9403"/>
                    <a:pt x="16602" y="9225"/>
                  </a:cubicBezTo>
                  <a:cubicBezTo>
                    <a:pt x="16602" y="8413"/>
                    <a:pt x="16031" y="7726"/>
                    <a:pt x="15273" y="7539"/>
                  </a:cubicBezTo>
                  <a:lnTo>
                    <a:pt x="15273" y="6076"/>
                  </a:lnTo>
                  <a:cubicBezTo>
                    <a:pt x="16085" y="5879"/>
                    <a:pt x="16674" y="5112"/>
                    <a:pt x="16593" y="4229"/>
                  </a:cubicBezTo>
                  <a:cubicBezTo>
                    <a:pt x="16522" y="3417"/>
                    <a:pt x="15880" y="2766"/>
                    <a:pt x="15068" y="2668"/>
                  </a:cubicBezTo>
                  <a:cubicBezTo>
                    <a:pt x="15002" y="2661"/>
                    <a:pt x="14937" y="2657"/>
                    <a:pt x="14871" y="2657"/>
                  </a:cubicBezTo>
                  <a:cubicBezTo>
                    <a:pt x="14441" y="2657"/>
                    <a:pt x="14028" y="2809"/>
                    <a:pt x="13703" y="3096"/>
                  </a:cubicBezTo>
                  <a:lnTo>
                    <a:pt x="12186" y="2213"/>
                  </a:lnTo>
                  <a:cubicBezTo>
                    <a:pt x="12356" y="1624"/>
                    <a:pt x="12204" y="964"/>
                    <a:pt x="11740" y="509"/>
                  </a:cubicBezTo>
                  <a:cubicBezTo>
                    <a:pt x="11401" y="170"/>
                    <a:pt x="10955" y="1"/>
                    <a:pt x="10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39" name="Google Shape;3639;p43"/>
          <p:cNvGrpSpPr/>
          <p:nvPr/>
        </p:nvGrpSpPr>
        <p:grpSpPr>
          <a:xfrm>
            <a:off x="7259755" y="1324533"/>
            <a:ext cx="330569" cy="250539"/>
            <a:chOff x="7259755" y="1324533"/>
            <a:chExt cx="330569" cy="250539"/>
          </a:xfrm>
        </p:grpSpPr>
        <p:sp>
          <p:nvSpPr>
            <p:cNvPr id="3640" name="Google Shape;3640;p43"/>
            <p:cNvSpPr/>
            <p:nvPr/>
          </p:nvSpPr>
          <p:spPr>
            <a:xfrm>
              <a:off x="7356629" y="1351051"/>
              <a:ext cx="207861" cy="198207"/>
            </a:xfrm>
            <a:custGeom>
              <a:avLst/>
              <a:gdLst/>
              <a:ahLst/>
              <a:cxnLst/>
              <a:rect l="l" t="t" r="r" b="b"/>
              <a:pathLst>
                <a:path w="13284" h="12669" extrusionOk="0">
                  <a:moveTo>
                    <a:pt x="0" y="0"/>
                  </a:moveTo>
                  <a:lnTo>
                    <a:pt x="0" y="6994"/>
                  </a:lnTo>
                  <a:lnTo>
                    <a:pt x="0" y="12668"/>
                  </a:lnTo>
                  <a:lnTo>
                    <a:pt x="13284" y="12668"/>
                  </a:lnTo>
                  <a:lnTo>
                    <a:pt x="132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43"/>
            <p:cNvSpPr/>
            <p:nvPr/>
          </p:nvSpPr>
          <p:spPr>
            <a:xfrm>
              <a:off x="7431439" y="1521456"/>
              <a:ext cx="133051" cy="27097"/>
            </a:xfrm>
            <a:custGeom>
              <a:avLst/>
              <a:gdLst/>
              <a:ahLst/>
              <a:cxnLst/>
              <a:rect l="l" t="t" r="r" b="b"/>
              <a:pathLst>
                <a:path w="8503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8503" y="1732"/>
                  </a:lnTo>
                  <a:lnTo>
                    <a:pt x="85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p43"/>
            <p:cNvSpPr/>
            <p:nvPr/>
          </p:nvSpPr>
          <p:spPr>
            <a:xfrm>
              <a:off x="7279017" y="1432890"/>
              <a:ext cx="12987" cy="13001"/>
            </a:xfrm>
            <a:custGeom>
              <a:avLst/>
              <a:gdLst/>
              <a:ahLst/>
              <a:cxnLst/>
              <a:rect l="l" t="t" r="r" b="b"/>
              <a:pathLst>
                <a:path w="830" h="831" extrusionOk="0">
                  <a:moveTo>
                    <a:pt x="415" y="1"/>
                  </a:moveTo>
                  <a:cubicBezTo>
                    <a:pt x="361" y="1"/>
                    <a:pt x="306" y="11"/>
                    <a:pt x="250" y="33"/>
                  </a:cubicBezTo>
                  <a:cubicBezTo>
                    <a:pt x="98" y="95"/>
                    <a:pt x="0" y="247"/>
                    <a:pt x="0" y="407"/>
                  </a:cubicBezTo>
                  <a:cubicBezTo>
                    <a:pt x="0" y="613"/>
                    <a:pt x="152" y="800"/>
                    <a:pt x="357" y="827"/>
                  </a:cubicBezTo>
                  <a:cubicBezTo>
                    <a:pt x="377" y="830"/>
                    <a:pt x="397" y="831"/>
                    <a:pt x="416" y="831"/>
                  </a:cubicBezTo>
                  <a:cubicBezTo>
                    <a:pt x="641" y="831"/>
                    <a:pt x="830" y="647"/>
                    <a:pt x="830" y="425"/>
                  </a:cubicBezTo>
                  <a:lnTo>
                    <a:pt x="830" y="416"/>
                  </a:lnTo>
                  <a:cubicBezTo>
                    <a:pt x="830" y="185"/>
                    <a:pt x="642" y="1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p43"/>
            <p:cNvSpPr/>
            <p:nvPr/>
          </p:nvSpPr>
          <p:spPr>
            <a:xfrm>
              <a:off x="7259755" y="1324533"/>
              <a:ext cx="330569" cy="250539"/>
            </a:xfrm>
            <a:custGeom>
              <a:avLst/>
              <a:gdLst/>
              <a:ahLst/>
              <a:cxnLst/>
              <a:rect l="l" t="t" r="r" b="b"/>
              <a:pathLst>
                <a:path w="21126" h="16014" extrusionOk="0">
                  <a:moveTo>
                    <a:pt x="20304" y="821"/>
                  </a:moveTo>
                  <a:lnTo>
                    <a:pt x="20304" y="15184"/>
                  </a:lnTo>
                  <a:lnTo>
                    <a:pt x="821" y="15184"/>
                  </a:lnTo>
                  <a:lnTo>
                    <a:pt x="821" y="821"/>
                  </a:lnTo>
                  <a:close/>
                  <a:moveTo>
                    <a:pt x="410" y="0"/>
                  </a:moveTo>
                  <a:cubicBezTo>
                    <a:pt x="179" y="0"/>
                    <a:pt x="0" y="188"/>
                    <a:pt x="0" y="411"/>
                  </a:cubicBezTo>
                  <a:lnTo>
                    <a:pt x="0" y="15603"/>
                  </a:lnTo>
                  <a:cubicBezTo>
                    <a:pt x="0" y="15826"/>
                    <a:pt x="179" y="16014"/>
                    <a:pt x="410" y="16014"/>
                  </a:cubicBezTo>
                  <a:lnTo>
                    <a:pt x="20715" y="16014"/>
                  </a:lnTo>
                  <a:cubicBezTo>
                    <a:pt x="20947" y="16014"/>
                    <a:pt x="21125" y="15826"/>
                    <a:pt x="21125" y="15603"/>
                  </a:cubicBezTo>
                  <a:lnTo>
                    <a:pt x="21125" y="411"/>
                  </a:lnTo>
                  <a:cubicBezTo>
                    <a:pt x="21125" y="188"/>
                    <a:pt x="20947" y="0"/>
                    <a:pt x="20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43"/>
            <p:cNvSpPr/>
            <p:nvPr/>
          </p:nvSpPr>
          <p:spPr>
            <a:xfrm>
              <a:off x="7468993" y="1415524"/>
              <a:ext cx="48038" cy="68556"/>
            </a:xfrm>
            <a:custGeom>
              <a:avLst/>
              <a:gdLst/>
              <a:ahLst/>
              <a:cxnLst/>
              <a:rect l="l" t="t" r="r" b="b"/>
              <a:pathLst>
                <a:path w="3070" h="4382" extrusionOk="0">
                  <a:moveTo>
                    <a:pt x="429" y="1"/>
                  </a:moveTo>
                  <a:cubicBezTo>
                    <a:pt x="188" y="1"/>
                    <a:pt x="1" y="197"/>
                    <a:pt x="1" y="429"/>
                  </a:cubicBezTo>
                  <a:lnTo>
                    <a:pt x="1" y="3944"/>
                  </a:lnTo>
                  <a:cubicBezTo>
                    <a:pt x="1" y="4185"/>
                    <a:pt x="188" y="4381"/>
                    <a:pt x="429" y="4381"/>
                  </a:cubicBezTo>
                  <a:lnTo>
                    <a:pt x="2472" y="4381"/>
                  </a:lnTo>
                  <a:cubicBezTo>
                    <a:pt x="2829" y="4381"/>
                    <a:pt x="3070" y="3944"/>
                    <a:pt x="2704" y="3578"/>
                  </a:cubicBezTo>
                  <a:cubicBezTo>
                    <a:pt x="2686" y="3560"/>
                    <a:pt x="2659" y="3551"/>
                    <a:pt x="2632" y="3551"/>
                  </a:cubicBezTo>
                  <a:lnTo>
                    <a:pt x="1053" y="3551"/>
                  </a:lnTo>
                  <a:cubicBezTo>
                    <a:pt x="929" y="3551"/>
                    <a:pt x="821" y="3453"/>
                    <a:pt x="821" y="3319"/>
                  </a:cubicBezTo>
                  <a:lnTo>
                    <a:pt x="821" y="1062"/>
                  </a:lnTo>
                  <a:cubicBezTo>
                    <a:pt x="821" y="929"/>
                    <a:pt x="929" y="831"/>
                    <a:pt x="1053" y="831"/>
                  </a:cubicBezTo>
                  <a:lnTo>
                    <a:pt x="2472" y="831"/>
                  </a:lnTo>
                  <a:cubicBezTo>
                    <a:pt x="2829" y="831"/>
                    <a:pt x="3070" y="393"/>
                    <a:pt x="2704" y="28"/>
                  </a:cubicBezTo>
                  <a:cubicBezTo>
                    <a:pt x="2686" y="10"/>
                    <a:pt x="2659" y="1"/>
                    <a:pt x="2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43"/>
            <p:cNvSpPr/>
            <p:nvPr/>
          </p:nvSpPr>
          <p:spPr>
            <a:xfrm>
              <a:off x="7507940" y="1368777"/>
              <a:ext cx="35614" cy="44807"/>
            </a:xfrm>
            <a:custGeom>
              <a:avLst/>
              <a:gdLst/>
              <a:ahLst/>
              <a:cxnLst/>
              <a:rect l="l" t="t" r="r" b="b"/>
              <a:pathLst>
                <a:path w="2276" h="2864" extrusionOk="0">
                  <a:moveTo>
                    <a:pt x="1044" y="0"/>
                  </a:moveTo>
                  <a:cubicBezTo>
                    <a:pt x="500" y="0"/>
                    <a:pt x="54" y="429"/>
                    <a:pt x="36" y="964"/>
                  </a:cubicBezTo>
                  <a:cubicBezTo>
                    <a:pt x="27" y="1205"/>
                    <a:pt x="206" y="1419"/>
                    <a:pt x="447" y="1419"/>
                  </a:cubicBezTo>
                  <a:cubicBezTo>
                    <a:pt x="679" y="1419"/>
                    <a:pt x="857" y="1231"/>
                    <a:pt x="857" y="1008"/>
                  </a:cubicBezTo>
                  <a:cubicBezTo>
                    <a:pt x="857" y="910"/>
                    <a:pt x="937" y="830"/>
                    <a:pt x="1036" y="830"/>
                  </a:cubicBezTo>
                  <a:cubicBezTo>
                    <a:pt x="1047" y="829"/>
                    <a:pt x="1058" y="829"/>
                    <a:pt x="1068" y="829"/>
                  </a:cubicBezTo>
                  <a:cubicBezTo>
                    <a:pt x="1200" y="829"/>
                    <a:pt x="1223" y="884"/>
                    <a:pt x="1223" y="1008"/>
                  </a:cubicBezTo>
                  <a:cubicBezTo>
                    <a:pt x="1223" y="1214"/>
                    <a:pt x="741" y="1740"/>
                    <a:pt x="206" y="2115"/>
                  </a:cubicBezTo>
                  <a:cubicBezTo>
                    <a:pt x="63" y="2222"/>
                    <a:pt x="1" y="2409"/>
                    <a:pt x="54" y="2578"/>
                  </a:cubicBezTo>
                  <a:cubicBezTo>
                    <a:pt x="108" y="2748"/>
                    <a:pt x="268" y="2864"/>
                    <a:pt x="447" y="2864"/>
                  </a:cubicBezTo>
                  <a:lnTo>
                    <a:pt x="1812" y="2864"/>
                  </a:lnTo>
                  <a:cubicBezTo>
                    <a:pt x="2026" y="2864"/>
                    <a:pt x="2204" y="2721"/>
                    <a:pt x="2240" y="2516"/>
                  </a:cubicBezTo>
                  <a:cubicBezTo>
                    <a:pt x="2276" y="2257"/>
                    <a:pt x="2079" y="2043"/>
                    <a:pt x="1830" y="2043"/>
                  </a:cubicBezTo>
                  <a:lnTo>
                    <a:pt x="1535" y="2043"/>
                  </a:lnTo>
                  <a:cubicBezTo>
                    <a:pt x="1883" y="1660"/>
                    <a:pt x="2044" y="1321"/>
                    <a:pt x="2044" y="1008"/>
                  </a:cubicBezTo>
                  <a:cubicBezTo>
                    <a:pt x="2044" y="402"/>
                    <a:pt x="1642" y="0"/>
                    <a:pt x="10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p43"/>
            <p:cNvSpPr/>
            <p:nvPr/>
          </p:nvSpPr>
          <p:spPr>
            <a:xfrm>
              <a:off x="7410221" y="1415774"/>
              <a:ext cx="54876" cy="68509"/>
            </a:xfrm>
            <a:custGeom>
              <a:avLst/>
              <a:gdLst/>
              <a:ahLst/>
              <a:cxnLst/>
              <a:rect l="l" t="t" r="r" b="b"/>
              <a:pathLst>
                <a:path w="3507" h="4379" extrusionOk="0">
                  <a:moveTo>
                    <a:pt x="414" y="1"/>
                  </a:moveTo>
                  <a:cubicBezTo>
                    <a:pt x="337" y="1"/>
                    <a:pt x="259" y="21"/>
                    <a:pt x="188" y="65"/>
                  </a:cubicBezTo>
                  <a:cubicBezTo>
                    <a:pt x="63" y="145"/>
                    <a:pt x="1" y="279"/>
                    <a:pt x="1" y="422"/>
                  </a:cubicBezTo>
                  <a:lnTo>
                    <a:pt x="1" y="3964"/>
                  </a:lnTo>
                  <a:cubicBezTo>
                    <a:pt x="1" y="4194"/>
                    <a:pt x="182" y="4378"/>
                    <a:pt x="413" y="4378"/>
                  </a:cubicBezTo>
                  <a:cubicBezTo>
                    <a:pt x="433" y="4378"/>
                    <a:pt x="453" y="4377"/>
                    <a:pt x="474" y="4374"/>
                  </a:cubicBezTo>
                  <a:cubicBezTo>
                    <a:pt x="679" y="4338"/>
                    <a:pt x="822" y="4160"/>
                    <a:pt x="822" y="3946"/>
                  </a:cubicBezTo>
                  <a:lnTo>
                    <a:pt x="822" y="1644"/>
                  </a:lnTo>
                  <a:lnTo>
                    <a:pt x="1419" y="2438"/>
                  </a:lnTo>
                  <a:cubicBezTo>
                    <a:pt x="1500" y="2536"/>
                    <a:pt x="1625" y="2599"/>
                    <a:pt x="1749" y="2599"/>
                  </a:cubicBezTo>
                  <a:cubicBezTo>
                    <a:pt x="1883" y="2599"/>
                    <a:pt x="1999" y="2536"/>
                    <a:pt x="2080" y="2438"/>
                  </a:cubicBezTo>
                  <a:lnTo>
                    <a:pt x="2677" y="1644"/>
                  </a:lnTo>
                  <a:lnTo>
                    <a:pt x="2677" y="3946"/>
                  </a:lnTo>
                  <a:cubicBezTo>
                    <a:pt x="2677" y="4160"/>
                    <a:pt x="2829" y="4338"/>
                    <a:pt x="3034" y="4374"/>
                  </a:cubicBezTo>
                  <a:cubicBezTo>
                    <a:pt x="3054" y="4377"/>
                    <a:pt x="3074" y="4378"/>
                    <a:pt x="3093" y="4378"/>
                  </a:cubicBezTo>
                  <a:cubicBezTo>
                    <a:pt x="3318" y="4378"/>
                    <a:pt x="3507" y="4194"/>
                    <a:pt x="3507" y="3964"/>
                  </a:cubicBezTo>
                  <a:lnTo>
                    <a:pt x="3507" y="422"/>
                  </a:lnTo>
                  <a:cubicBezTo>
                    <a:pt x="3507" y="279"/>
                    <a:pt x="3436" y="145"/>
                    <a:pt x="3311" y="65"/>
                  </a:cubicBezTo>
                  <a:cubicBezTo>
                    <a:pt x="3240" y="21"/>
                    <a:pt x="3163" y="1"/>
                    <a:pt x="3088" y="1"/>
                  </a:cubicBezTo>
                  <a:cubicBezTo>
                    <a:pt x="2964" y="1"/>
                    <a:pt x="2844" y="58"/>
                    <a:pt x="2766" y="163"/>
                  </a:cubicBezTo>
                  <a:lnTo>
                    <a:pt x="1749" y="1501"/>
                  </a:lnTo>
                  <a:lnTo>
                    <a:pt x="741" y="163"/>
                  </a:lnTo>
                  <a:cubicBezTo>
                    <a:pt x="664" y="58"/>
                    <a:pt x="541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43"/>
            <p:cNvSpPr/>
            <p:nvPr/>
          </p:nvSpPr>
          <p:spPr>
            <a:xfrm>
              <a:off x="7353421" y="1451117"/>
              <a:ext cx="37413" cy="12860"/>
            </a:xfrm>
            <a:custGeom>
              <a:avLst/>
              <a:gdLst/>
              <a:ahLst/>
              <a:cxnLst/>
              <a:rect l="l" t="t" r="r" b="b"/>
              <a:pathLst>
                <a:path w="2391" h="822" extrusionOk="0">
                  <a:moveTo>
                    <a:pt x="446" y="1"/>
                  </a:moveTo>
                  <a:cubicBezTo>
                    <a:pt x="196" y="1"/>
                    <a:pt x="0" y="215"/>
                    <a:pt x="36" y="474"/>
                  </a:cubicBezTo>
                  <a:cubicBezTo>
                    <a:pt x="63" y="679"/>
                    <a:pt x="250" y="821"/>
                    <a:pt x="455" y="821"/>
                  </a:cubicBezTo>
                  <a:lnTo>
                    <a:pt x="1945" y="821"/>
                  </a:lnTo>
                  <a:cubicBezTo>
                    <a:pt x="2195" y="821"/>
                    <a:pt x="2391" y="607"/>
                    <a:pt x="2355" y="349"/>
                  </a:cubicBezTo>
                  <a:cubicBezTo>
                    <a:pt x="2320" y="143"/>
                    <a:pt x="2141" y="1"/>
                    <a:pt x="19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p43"/>
            <p:cNvSpPr/>
            <p:nvPr/>
          </p:nvSpPr>
          <p:spPr>
            <a:xfrm>
              <a:off x="7353421" y="1471080"/>
              <a:ext cx="37413" cy="13001"/>
            </a:xfrm>
            <a:custGeom>
              <a:avLst/>
              <a:gdLst/>
              <a:ahLst/>
              <a:cxnLst/>
              <a:rect l="l" t="t" r="r" b="b"/>
              <a:pathLst>
                <a:path w="2391" h="831" extrusionOk="0">
                  <a:moveTo>
                    <a:pt x="446" y="0"/>
                  </a:moveTo>
                  <a:cubicBezTo>
                    <a:pt x="196" y="0"/>
                    <a:pt x="0" y="223"/>
                    <a:pt x="36" y="473"/>
                  </a:cubicBezTo>
                  <a:cubicBezTo>
                    <a:pt x="63" y="678"/>
                    <a:pt x="250" y="830"/>
                    <a:pt x="455" y="830"/>
                  </a:cubicBezTo>
                  <a:lnTo>
                    <a:pt x="1945" y="830"/>
                  </a:lnTo>
                  <a:cubicBezTo>
                    <a:pt x="2195" y="830"/>
                    <a:pt x="2391" y="607"/>
                    <a:pt x="2355" y="357"/>
                  </a:cubicBezTo>
                  <a:cubicBezTo>
                    <a:pt x="2320" y="152"/>
                    <a:pt x="2141" y="0"/>
                    <a:pt x="19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43"/>
            <p:cNvSpPr/>
            <p:nvPr/>
          </p:nvSpPr>
          <p:spPr>
            <a:xfrm>
              <a:off x="7306791" y="1415524"/>
              <a:ext cx="41888" cy="68556"/>
            </a:xfrm>
            <a:custGeom>
              <a:avLst/>
              <a:gdLst/>
              <a:ahLst/>
              <a:cxnLst/>
              <a:rect l="l" t="t" r="r" b="b"/>
              <a:pathLst>
                <a:path w="2677" h="4382" extrusionOk="0">
                  <a:moveTo>
                    <a:pt x="420" y="1"/>
                  </a:moveTo>
                  <a:cubicBezTo>
                    <a:pt x="188" y="1"/>
                    <a:pt x="0" y="188"/>
                    <a:pt x="0" y="411"/>
                  </a:cubicBezTo>
                  <a:lnTo>
                    <a:pt x="0" y="3962"/>
                  </a:lnTo>
                  <a:cubicBezTo>
                    <a:pt x="0" y="4194"/>
                    <a:pt x="188" y="4381"/>
                    <a:pt x="420" y="4381"/>
                  </a:cubicBezTo>
                  <a:lnTo>
                    <a:pt x="2222" y="4381"/>
                  </a:lnTo>
                  <a:cubicBezTo>
                    <a:pt x="2427" y="4381"/>
                    <a:pt x="2614" y="4229"/>
                    <a:pt x="2641" y="4024"/>
                  </a:cubicBezTo>
                  <a:cubicBezTo>
                    <a:pt x="2677" y="3774"/>
                    <a:pt x="2481" y="3551"/>
                    <a:pt x="2231" y="3551"/>
                  </a:cubicBezTo>
                  <a:lnTo>
                    <a:pt x="830" y="3551"/>
                  </a:lnTo>
                  <a:lnTo>
                    <a:pt x="830" y="2606"/>
                  </a:lnTo>
                  <a:lnTo>
                    <a:pt x="2106" y="2606"/>
                  </a:lnTo>
                  <a:cubicBezTo>
                    <a:pt x="2320" y="2606"/>
                    <a:pt x="2498" y="2454"/>
                    <a:pt x="2534" y="2249"/>
                  </a:cubicBezTo>
                  <a:cubicBezTo>
                    <a:pt x="2570" y="1999"/>
                    <a:pt x="2373" y="1776"/>
                    <a:pt x="2124" y="1776"/>
                  </a:cubicBezTo>
                  <a:lnTo>
                    <a:pt x="830" y="1776"/>
                  </a:lnTo>
                  <a:lnTo>
                    <a:pt x="830" y="831"/>
                  </a:lnTo>
                  <a:lnTo>
                    <a:pt x="2222" y="831"/>
                  </a:lnTo>
                  <a:cubicBezTo>
                    <a:pt x="2427" y="831"/>
                    <a:pt x="2614" y="679"/>
                    <a:pt x="2641" y="474"/>
                  </a:cubicBezTo>
                  <a:cubicBezTo>
                    <a:pt x="2677" y="224"/>
                    <a:pt x="2481" y="1"/>
                    <a:pt x="22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43"/>
            <p:cNvSpPr/>
            <p:nvPr/>
          </p:nvSpPr>
          <p:spPr>
            <a:xfrm>
              <a:off x="7524980" y="1515042"/>
              <a:ext cx="15084" cy="12860"/>
            </a:xfrm>
            <a:custGeom>
              <a:avLst/>
              <a:gdLst/>
              <a:ahLst/>
              <a:cxnLst/>
              <a:rect l="l" t="t" r="r" b="b"/>
              <a:pathLst>
                <a:path w="964" h="822" extrusionOk="0">
                  <a:moveTo>
                    <a:pt x="482" y="1"/>
                  </a:moveTo>
                  <a:cubicBezTo>
                    <a:pt x="214" y="1"/>
                    <a:pt x="0" y="259"/>
                    <a:pt x="89" y="545"/>
                  </a:cubicBezTo>
                  <a:cubicBezTo>
                    <a:pt x="143" y="714"/>
                    <a:pt x="303" y="821"/>
                    <a:pt x="482" y="821"/>
                  </a:cubicBezTo>
                  <a:cubicBezTo>
                    <a:pt x="758" y="821"/>
                    <a:pt x="964" y="563"/>
                    <a:pt x="874" y="277"/>
                  </a:cubicBezTo>
                  <a:cubicBezTo>
                    <a:pt x="821" y="108"/>
                    <a:pt x="660" y="1"/>
                    <a:pt x="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43"/>
            <p:cNvSpPr/>
            <p:nvPr/>
          </p:nvSpPr>
          <p:spPr>
            <a:xfrm>
              <a:off x="7279017" y="1344496"/>
              <a:ext cx="292045" cy="211176"/>
            </a:xfrm>
            <a:custGeom>
              <a:avLst/>
              <a:gdLst/>
              <a:ahLst/>
              <a:cxnLst/>
              <a:rect l="l" t="t" r="r" b="b"/>
              <a:pathLst>
                <a:path w="18664" h="13498" extrusionOk="0">
                  <a:moveTo>
                    <a:pt x="419" y="0"/>
                  </a:moveTo>
                  <a:cubicBezTo>
                    <a:pt x="188" y="0"/>
                    <a:pt x="0" y="187"/>
                    <a:pt x="0" y="419"/>
                  </a:cubicBezTo>
                  <a:lnTo>
                    <a:pt x="0" y="4764"/>
                  </a:lnTo>
                  <a:cubicBezTo>
                    <a:pt x="0" y="4969"/>
                    <a:pt x="152" y="5156"/>
                    <a:pt x="357" y="5183"/>
                  </a:cubicBezTo>
                  <a:cubicBezTo>
                    <a:pt x="381" y="5187"/>
                    <a:pt x="405" y="5190"/>
                    <a:pt x="428" y="5190"/>
                  </a:cubicBezTo>
                  <a:cubicBezTo>
                    <a:pt x="648" y="5190"/>
                    <a:pt x="830" y="5007"/>
                    <a:pt x="830" y="4782"/>
                  </a:cubicBezTo>
                  <a:lnTo>
                    <a:pt x="830" y="830"/>
                  </a:lnTo>
                  <a:lnTo>
                    <a:pt x="17833" y="830"/>
                  </a:lnTo>
                  <a:lnTo>
                    <a:pt x="17833" y="10902"/>
                  </a:lnTo>
                  <a:lnTo>
                    <a:pt x="17227" y="10902"/>
                  </a:lnTo>
                  <a:cubicBezTo>
                    <a:pt x="17022" y="10902"/>
                    <a:pt x="16834" y="11044"/>
                    <a:pt x="16807" y="11249"/>
                  </a:cubicBezTo>
                  <a:cubicBezTo>
                    <a:pt x="16763" y="11508"/>
                    <a:pt x="16968" y="11722"/>
                    <a:pt x="17209" y="11722"/>
                  </a:cubicBezTo>
                  <a:lnTo>
                    <a:pt x="17833" y="11722"/>
                  </a:lnTo>
                  <a:lnTo>
                    <a:pt x="17833" y="12632"/>
                  </a:lnTo>
                  <a:lnTo>
                    <a:pt x="10152" y="12632"/>
                  </a:lnTo>
                  <a:lnTo>
                    <a:pt x="10152" y="11722"/>
                  </a:lnTo>
                  <a:lnTo>
                    <a:pt x="15157" y="11722"/>
                  </a:lnTo>
                  <a:cubicBezTo>
                    <a:pt x="15362" y="11722"/>
                    <a:pt x="15550" y="11580"/>
                    <a:pt x="15576" y="11374"/>
                  </a:cubicBezTo>
                  <a:cubicBezTo>
                    <a:pt x="15612" y="11116"/>
                    <a:pt x="15416" y="10902"/>
                    <a:pt x="15166" y="10902"/>
                  </a:cubicBezTo>
                  <a:lnTo>
                    <a:pt x="9742" y="10902"/>
                  </a:lnTo>
                  <a:cubicBezTo>
                    <a:pt x="9519" y="10902"/>
                    <a:pt x="9332" y="11080"/>
                    <a:pt x="9332" y="11312"/>
                  </a:cubicBezTo>
                  <a:lnTo>
                    <a:pt x="9332" y="12677"/>
                  </a:lnTo>
                  <a:lnTo>
                    <a:pt x="830" y="12677"/>
                  </a:lnTo>
                  <a:lnTo>
                    <a:pt x="830" y="7431"/>
                  </a:lnTo>
                  <a:cubicBezTo>
                    <a:pt x="830" y="7217"/>
                    <a:pt x="678" y="7039"/>
                    <a:pt x="473" y="7003"/>
                  </a:cubicBezTo>
                  <a:cubicBezTo>
                    <a:pt x="453" y="7000"/>
                    <a:pt x="434" y="6999"/>
                    <a:pt x="414" y="6999"/>
                  </a:cubicBezTo>
                  <a:cubicBezTo>
                    <a:pt x="189" y="6999"/>
                    <a:pt x="0" y="7183"/>
                    <a:pt x="0" y="7413"/>
                  </a:cubicBezTo>
                  <a:lnTo>
                    <a:pt x="0" y="13087"/>
                  </a:lnTo>
                  <a:cubicBezTo>
                    <a:pt x="0" y="13310"/>
                    <a:pt x="188" y="13498"/>
                    <a:pt x="419" y="13498"/>
                  </a:cubicBezTo>
                  <a:lnTo>
                    <a:pt x="18244" y="13498"/>
                  </a:lnTo>
                  <a:cubicBezTo>
                    <a:pt x="18476" y="13498"/>
                    <a:pt x="18663" y="13310"/>
                    <a:pt x="18663" y="13087"/>
                  </a:cubicBezTo>
                  <a:lnTo>
                    <a:pt x="18663" y="419"/>
                  </a:lnTo>
                  <a:cubicBezTo>
                    <a:pt x="18663" y="187"/>
                    <a:pt x="18476" y="0"/>
                    <a:pt x="18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69" name="Google Shape;3669;p43"/>
          <p:cNvGrpSpPr/>
          <p:nvPr/>
        </p:nvGrpSpPr>
        <p:grpSpPr>
          <a:xfrm>
            <a:off x="4437976" y="3045464"/>
            <a:ext cx="268051" cy="340179"/>
            <a:chOff x="4437976" y="3045464"/>
            <a:chExt cx="268051" cy="340179"/>
          </a:xfrm>
        </p:grpSpPr>
        <p:sp>
          <p:nvSpPr>
            <p:cNvPr id="3670" name="Google Shape;3670;p43"/>
            <p:cNvSpPr/>
            <p:nvPr/>
          </p:nvSpPr>
          <p:spPr>
            <a:xfrm>
              <a:off x="4510972" y="3088336"/>
              <a:ext cx="188447" cy="290556"/>
            </a:xfrm>
            <a:custGeom>
              <a:avLst/>
              <a:gdLst/>
              <a:ahLst/>
              <a:cxnLst/>
              <a:rect l="l" t="t" r="r" b="b"/>
              <a:pathLst>
                <a:path w="11723" h="18075" extrusionOk="0">
                  <a:moveTo>
                    <a:pt x="1" y="1"/>
                  </a:moveTo>
                  <a:lnTo>
                    <a:pt x="1" y="18075"/>
                  </a:lnTo>
                  <a:lnTo>
                    <a:pt x="11723" y="18075"/>
                  </a:lnTo>
                  <a:lnTo>
                    <a:pt x="117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p43"/>
            <p:cNvSpPr/>
            <p:nvPr/>
          </p:nvSpPr>
          <p:spPr>
            <a:xfrm>
              <a:off x="4465802" y="3114152"/>
              <a:ext cx="212399" cy="232332"/>
            </a:xfrm>
            <a:custGeom>
              <a:avLst/>
              <a:gdLst/>
              <a:ahLst/>
              <a:cxnLst/>
              <a:rect l="l" t="t" r="r" b="b"/>
              <a:pathLst>
                <a:path w="13213" h="14453" extrusionOk="0">
                  <a:moveTo>
                    <a:pt x="0" y="1"/>
                  </a:moveTo>
                  <a:lnTo>
                    <a:pt x="0" y="14453"/>
                  </a:lnTo>
                  <a:lnTo>
                    <a:pt x="13213" y="14453"/>
                  </a:lnTo>
                  <a:lnTo>
                    <a:pt x="132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p43"/>
            <p:cNvSpPr/>
            <p:nvPr/>
          </p:nvSpPr>
          <p:spPr>
            <a:xfrm>
              <a:off x="4512258" y="3052344"/>
              <a:ext cx="85342" cy="61824"/>
            </a:xfrm>
            <a:custGeom>
              <a:avLst/>
              <a:gdLst/>
              <a:ahLst/>
              <a:cxnLst/>
              <a:rect l="l" t="t" r="r" b="b"/>
              <a:pathLst>
                <a:path w="5309" h="3846" extrusionOk="0">
                  <a:moveTo>
                    <a:pt x="3712" y="1"/>
                  </a:moveTo>
                  <a:cubicBezTo>
                    <a:pt x="2802" y="1"/>
                    <a:pt x="2062" y="661"/>
                    <a:pt x="2062" y="1580"/>
                  </a:cubicBezTo>
                  <a:lnTo>
                    <a:pt x="554" y="1580"/>
                  </a:lnTo>
                  <a:cubicBezTo>
                    <a:pt x="251" y="1580"/>
                    <a:pt x="1" y="1830"/>
                    <a:pt x="1" y="2133"/>
                  </a:cubicBezTo>
                  <a:lnTo>
                    <a:pt x="1" y="3846"/>
                  </a:lnTo>
                  <a:lnTo>
                    <a:pt x="3177" y="3846"/>
                  </a:lnTo>
                  <a:lnTo>
                    <a:pt x="3177" y="2133"/>
                  </a:lnTo>
                  <a:cubicBezTo>
                    <a:pt x="3177" y="1830"/>
                    <a:pt x="3427" y="1580"/>
                    <a:pt x="3730" y="1580"/>
                  </a:cubicBezTo>
                  <a:lnTo>
                    <a:pt x="5238" y="1580"/>
                  </a:lnTo>
                  <a:cubicBezTo>
                    <a:pt x="5238" y="1419"/>
                    <a:pt x="5264" y="1259"/>
                    <a:pt x="5309" y="1116"/>
                  </a:cubicBezTo>
                  <a:cubicBezTo>
                    <a:pt x="5104" y="447"/>
                    <a:pt x="4470" y="1"/>
                    <a:pt x="37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p43"/>
            <p:cNvSpPr/>
            <p:nvPr/>
          </p:nvSpPr>
          <p:spPr>
            <a:xfrm>
              <a:off x="4563313" y="3070268"/>
              <a:ext cx="68431" cy="43901"/>
            </a:xfrm>
            <a:custGeom>
              <a:avLst/>
              <a:gdLst/>
              <a:ahLst/>
              <a:cxnLst/>
              <a:rect l="l" t="t" r="r" b="b"/>
              <a:pathLst>
                <a:path w="4257" h="2731" extrusionOk="0">
                  <a:moveTo>
                    <a:pt x="2133" y="1"/>
                  </a:moveTo>
                  <a:cubicBezTo>
                    <a:pt x="2088" y="144"/>
                    <a:pt x="2062" y="304"/>
                    <a:pt x="2062" y="465"/>
                  </a:cubicBezTo>
                  <a:lnTo>
                    <a:pt x="554" y="465"/>
                  </a:lnTo>
                  <a:cubicBezTo>
                    <a:pt x="251" y="465"/>
                    <a:pt x="1" y="715"/>
                    <a:pt x="1" y="1018"/>
                  </a:cubicBezTo>
                  <a:lnTo>
                    <a:pt x="1" y="2731"/>
                  </a:lnTo>
                  <a:lnTo>
                    <a:pt x="4256" y="2731"/>
                  </a:lnTo>
                  <a:lnTo>
                    <a:pt x="4256" y="1018"/>
                  </a:lnTo>
                  <a:cubicBezTo>
                    <a:pt x="4256" y="715"/>
                    <a:pt x="4006" y="465"/>
                    <a:pt x="3703" y="465"/>
                  </a:cubicBezTo>
                  <a:lnTo>
                    <a:pt x="2195" y="465"/>
                  </a:lnTo>
                  <a:cubicBezTo>
                    <a:pt x="2195" y="304"/>
                    <a:pt x="2178" y="144"/>
                    <a:pt x="2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p43"/>
            <p:cNvSpPr/>
            <p:nvPr/>
          </p:nvSpPr>
          <p:spPr>
            <a:xfrm>
              <a:off x="4621681" y="3230310"/>
              <a:ext cx="17522" cy="28276"/>
            </a:xfrm>
            <a:custGeom>
              <a:avLst/>
              <a:gdLst/>
              <a:ahLst/>
              <a:cxnLst/>
              <a:rect l="l" t="t" r="r" b="b"/>
              <a:pathLst>
                <a:path w="1090" h="1759" extrusionOk="0">
                  <a:moveTo>
                    <a:pt x="545" y="1"/>
                  </a:moveTo>
                  <a:cubicBezTo>
                    <a:pt x="224" y="161"/>
                    <a:pt x="1" y="491"/>
                    <a:pt x="1" y="875"/>
                  </a:cubicBezTo>
                  <a:cubicBezTo>
                    <a:pt x="1" y="1259"/>
                    <a:pt x="224" y="1598"/>
                    <a:pt x="545" y="1758"/>
                  </a:cubicBezTo>
                  <a:cubicBezTo>
                    <a:pt x="866" y="1598"/>
                    <a:pt x="1089" y="1259"/>
                    <a:pt x="1089" y="875"/>
                  </a:cubicBezTo>
                  <a:cubicBezTo>
                    <a:pt x="1089" y="491"/>
                    <a:pt x="866" y="161"/>
                    <a:pt x="545" y="1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p43"/>
            <p:cNvSpPr/>
            <p:nvPr/>
          </p:nvSpPr>
          <p:spPr>
            <a:xfrm>
              <a:off x="4569630" y="3198482"/>
              <a:ext cx="17940" cy="28694"/>
            </a:xfrm>
            <a:custGeom>
              <a:avLst/>
              <a:gdLst/>
              <a:ahLst/>
              <a:cxnLst/>
              <a:rect l="l" t="t" r="r" b="b"/>
              <a:pathLst>
                <a:path w="1116" h="1785" extrusionOk="0">
                  <a:moveTo>
                    <a:pt x="562" y="0"/>
                  </a:moveTo>
                  <a:cubicBezTo>
                    <a:pt x="232" y="161"/>
                    <a:pt x="0" y="500"/>
                    <a:pt x="0" y="892"/>
                  </a:cubicBezTo>
                  <a:cubicBezTo>
                    <a:pt x="0" y="1285"/>
                    <a:pt x="232" y="1624"/>
                    <a:pt x="562" y="1785"/>
                  </a:cubicBezTo>
                  <a:cubicBezTo>
                    <a:pt x="892" y="1624"/>
                    <a:pt x="1115" y="1285"/>
                    <a:pt x="1115" y="892"/>
                  </a:cubicBezTo>
                  <a:cubicBezTo>
                    <a:pt x="1115" y="500"/>
                    <a:pt x="892" y="161"/>
                    <a:pt x="562" y="0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p43"/>
            <p:cNvSpPr/>
            <p:nvPr/>
          </p:nvSpPr>
          <p:spPr>
            <a:xfrm>
              <a:off x="4516277" y="3229024"/>
              <a:ext cx="19097" cy="28694"/>
            </a:xfrm>
            <a:custGeom>
              <a:avLst/>
              <a:gdLst/>
              <a:ahLst/>
              <a:cxnLst/>
              <a:rect l="l" t="t" r="r" b="b"/>
              <a:pathLst>
                <a:path w="1188" h="1785" extrusionOk="0">
                  <a:moveTo>
                    <a:pt x="589" y="0"/>
                  </a:moveTo>
                  <a:cubicBezTo>
                    <a:pt x="242" y="152"/>
                    <a:pt x="1" y="491"/>
                    <a:pt x="1" y="893"/>
                  </a:cubicBezTo>
                  <a:cubicBezTo>
                    <a:pt x="1" y="1303"/>
                    <a:pt x="242" y="1642"/>
                    <a:pt x="589" y="1785"/>
                  </a:cubicBezTo>
                  <a:cubicBezTo>
                    <a:pt x="946" y="1642"/>
                    <a:pt x="1187" y="1303"/>
                    <a:pt x="1187" y="893"/>
                  </a:cubicBezTo>
                  <a:cubicBezTo>
                    <a:pt x="1187" y="491"/>
                    <a:pt x="946" y="152"/>
                    <a:pt x="589" y="0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p43"/>
            <p:cNvSpPr/>
            <p:nvPr/>
          </p:nvSpPr>
          <p:spPr>
            <a:xfrm>
              <a:off x="4569919" y="3141399"/>
              <a:ext cx="17506" cy="28276"/>
            </a:xfrm>
            <a:custGeom>
              <a:avLst/>
              <a:gdLst/>
              <a:ahLst/>
              <a:cxnLst/>
              <a:rect l="l" t="t" r="r" b="b"/>
              <a:pathLst>
                <a:path w="1089" h="1759" extrusionOk="0">
                  <a:moveTo>
                    <a:pt x="544" y="1"/>
                  </a:moveTo>
                  <a:cubicBezTo>
                    <a:pt x="214" y="161"/>
                    <a:pt x="0" y="491"/>
                    <a:pt x="0" y="875"/>
                  </a:cubicBezTo>
                  <a:cubicBezTo>
                    <a:pt x="0" y="1259"/>
                    <a:pt x="214" y="1598"/>
                    <a:pt x="544" y="1758"/>
                  </a:cubicBezTo>
                  <a:cubicBezTo>
                    <a:pt x="865" y="1598"/>
                    <a:pt x="1089" y="1259"/>
                    <a:pt x="1089" y="875"/>
                  </a:cubicBezTo>
                  <a:cubicBezTo>
                    <a:pt x="1089" y="491"/>
                    <a:pt x="865" y="161"/>
                    <a:pt x="544" y="1"/>
                  </a:cubicBezTo>
                  <a:close/>
                </a:path>
              </a:pathLst>
            </a:custGeom>
            <a:solidFill>
              <a:srgbClr val="0078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43"/>
            <p:cNvSpPr/>
            <p:nvPr/>
          </p:nvSpPr>
          <p:spPr>
            <a:xfrm>
              <a:off x="4506102" y="3278069"/>
              <a:ext cx="14789" cy="13358"/>
            </a:xfrm>
            <a:custGeom>
              <a:avLst/>
              <a:gdLst/>
              <a:ahLst/>
              <a:cxnLst/>
              <a:rect l="l" t="t" r="r" b="b"/>
              <a:pathLst>
                <a:path w="920" h="831" extrusionOk="0">
                  <a:moveTo>
                    <a:pt x="446" y="0"/>
                  </a:moveTo>
                  <a:cubicBezTo>
                    <a:pt x="197" y="0"/>
                    <a:pt x="0" y="223"/>
                    <a:pt x="36" y="473"/>
                  </a:cubicBezTo>
                  <a:cubicBezTo>
                    <a:pt x="72" y="678"/>
                    <a:pt x="259" y="830"/>
                    <a:pt x="464" y="830"/>
                  </a:cubicBezTo>
                  <a:lnTo>
                    <a:pt x="482" y="830"/>
                  </a:lnTo>
                  <a:cubicBezTo>
                    <a:pt x="723" y="830"/>
                    <a:pt x="919" y="607"/>
                    <a:pt x="883" y="357"/>
                  </a:cubicBezTo>
                  <a:cubicBezTo>
                    <a:pt x="857" y="152"/>
                    <a:pt x="669" y="0"/>
                    <a:pt x="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43"/>
            <p:cNvSpPr/>
            <p:nvPr/>
          </p:nvSpPr>
          <p:spPr>
            <a:xfrm>
              <a:off x="4525167" y="3278069"/>
              <a:ext cx="112300" cy="13358"/>
            </a:xfrm>
            <a:custGeom>
              <a:avLst/>
              <a:gdLst/>
              <a:ahLst/>
              <a:cxnLst/>
              <a:rect l="l" t="t" r="r" b="b"/>
              <a:pathLst>
                <a:path w="6986" h="831" extrusionOk="0">
                  <a:moveTo>
                    <a:pt x="447" y="0"/>
                  </a:moveTo>
                  <a:cubicBezTo>
                    <a:pt x="197" y="0"/>
                    <a:pt x="1" y="223"/>
                    <a:pt x="36" y="473"/>
                  </a:cubicBezTo>
                  <a:cubicBezTo>
                    <a:pt x="72" y="678"/>
                    <a:pt x="259" y="830"/>
                    <a:pt x="465" y="830"/>
                  </a:cubicBezTo>
                  <a:lnTo>
                    <a:pt x="6540" y="830"/>
                  </a:lnTo>
                  <a:cubicBezTo>
                    <a:pt x="6790" y="830"/>
                    <a:pt x="6986" y="607"/>
                    <a:pt x="6950" y="357"/>
                  </a:cubicBezTo>
                  <a:cubicBezTo>
                    <a:pt x="6924" y="152"/>
                    <a:pt x="6736" y="0"/>
                    <a:pt x="6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43"/>
            <p:cNvSpPr/>
            <p:nvPr/>
          </p:nvSpPr>
          <p:spPr>
            <a:xfrm>
              <a:off x="4506664" y="3309898"/>
              <a:ext cx="13358" cy="13358"/>
            </a:xfrm>
            <a:custGeom>
              <a:avLst/>
              <a:gdLst/>
              <a:ahLst/>
              <a:cxnLst/>
              <a:rect l="l" t="t" r="r" b="b"/>
              <a:pathLst>
                <a:path w="831" h="831" extrusionOk="0">
                  <a:moveTo>
                    <a:pt x="411" y="1"/>
                  </a:moveTo>
                  <a:cubicBezTo>
                    <a:pt x="304" y="1"/>
                    <a:pt x="197" y="46"/>
                    <a:pt x="126" y="126"/>
                  </a:cubicBezTo>
                  <a:cubicBezTo>
                    <a:pt x="46" y="197"/>
                    <a:pt x="1" y="304"/>
                    <a:pt x="1" y="411"/>
                  </a:cubicBezTo>
                  <a:cubicBezTo>
                    <a:pt x="1" y="518"/>
                    <a:pt x="46" y="625"/>
                    <a:pt x="126" y="706"/>
                  </a:cubicBezTo>
                  <a:cubicBezTo>
                    <a:pt x="197" y="786"/>
                    <a:pt x="304" y="831"/>
                    <a:pt x="411" y="831"/>
                  </a:cubicBezTo>
                  <a:cubicBezTo>
                    <a:pt x="518" y="831"/>
                    <a:pt x="625" y="786"/>
                    <a:pt x="706" y="706"/>
                  </a:cubicBezTo>
                  <a:cubicBezTo>
                    <a:pt x="786" y="625"/>
                    <a:pt x="831" y="518"/>
                    <a:pt x="831" y="411"/>
                  </a:cubicBezTo>
                  <a:cubicBezTo>
                    <a:pt x="831" y="304"/>
                    <a:pt x="786" y="197"/>
                    <a:pt x="706" y="126"/>
                  </a:cubicBezTo>
                  <a:cubicBezTo>
                    <a:pt x="625" y="46"/>
                    <a:pt x="518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43"/>
            <p:cNvSpPr/>
            <p:nvPr/>
          </p:nvSpPr>
          <p:spPr>
            <a:xfrm>
              <a:off x="4525167" y="3309898"/>
              <a:ext cx="112300" cy="13358"/>
            </a:xfrm>
            <a:custGeom>
              <a:avLst/>
              <a:gdLst/>
              <a:ahLst/>
              <a:cxnLst/>
              <a:rect l="l" t="t" r="r" b="b"/>
              <a:pathLst>
                <a:path w="6986" h="831" extrusionOk="0">
                  <a:moveTo>
                    <a:pt x="447" y="1"/>
                  </a:moveTo>
                  <a:cubicBezTo>
                    <a:pt x="197" y="1"/>
                    <a:pt x="1" y="224"/>
                    <a:pt x="36" y="474"/>
                  </a:cubicBezTo>
                  <a:cubicBezTo>
                    <a:pt x="72" y="679"/>
                    <a:pt x="259" y="831"/>
                    <a:pt x="465" y="831"/>
                  </a:cubicBezTo>
                  <a:lnTo>
                    <a:pt x="6540" y="831"/>
                  </a:lnTo>
                  <a:cubicBezTo>
                    <a:pt x="6790" y="831"/>
                    <a:pt x="6986" y="608"/>
                    <a:pt x="6950" y="358"/>
                  </a:cubicBezTo>
                  <a:cubicBezTo>
                    <a:pt x="6924" y="153"/>
                    <a:pt x="6736" y="1"/>
                    <a:pt x="65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p43"/>
            <p:cNvSpPr/>
            <p:nvPr/>
          </p:nvSpPr>
          <p:spPr>
            <a:xfrm>
              <a:off x="4564325" y="3339733"/>
              <a:ext cx="15641" cy="13358"/>
            </a:xfrm>
            <a:custGeom>
              <a:avLst/>
              <a:gdLst/>
              <a:ahLst/>
              <a:cxnLst/>
              <a:rect l="l" t="t" r="r" b="b"/>
              <a:pathLst>
                <a:path w="973" h="831" extrusionOk="0">
                  <a:moveTo>
                    <a:pt x="482" y="0"/>
                  </a:moveTo>
                  <a:cubicBezTo>
                    <a:pt x="214" y="0"/>
                    <a:pt x="0" y="268"/>
                    <a:pt x="89" y="545"/>
                  </a:cubicBezTo>
                  <a:cubicBezTo>
                    <a:pt x="143" y="723"/>
                    <a:pt x="312" y="830"/>
                    <a:pt x="491" y="830"/>
                  </a:cubicBezTo>
                  <a:cubicBezTo>
                    <a:pt x="767" y="830"/>
                    <a:pt x="973" y="571"/>
                    <a:pt x="883" y="286"/>
                  </a:cubicBezTo>
                  <a:cubicBezTo>
                    <a:pt x="830" y="116"/>
                    <a:pt x="669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p43"/>
            <p:cNvSpPr/>
            <p:nvPr/>
          </p:nvSpPr>
          <p:spPr>
            <a:xfrm>
              <a:off x="4501938" y="3248025"/>
              <a:ext cx="14644" cy="13423"/>
            </a:xfrm>
            <a:custGeom>
              <a:avLst/>
              <a:gdLst/>
              <a:ahLst/>
              <a:cxnLst/>
              <a:rect l="l" t="t" r="r" b="b"/>
              <a:pathLst>
                <a:path w="911" h="835" extrusionOk="0">
                  <a:moveTo>
                    <a:pt x="455" y="0"/>
                  </a:moveTo>
                  <a:cubicBezTo>
                    <a:pt x="351" y="0"/>
                    <a:pt x="248" y="38"/>
                    <a:pt x="170" y="112"/>
                  </a:cubicBezTo>
                  <a:cubicBezTo>
                    <a:pt x="9" y="273"/>
                    <a:pt x="1" y="531"/>
                    <a:pt x="161" y="701"/>
                  </a:cubicBezTo>
                  <a:lnTo>
                    <a:pt x="170" y="710"/>
                  </a:lnTo>
                  <a:cubicBezTo>
                    <a:pt x="250" y="790"/>
                    <a:pt x="357" y="835"/>
                    <a:pt x="456" y="835"/>
                  </a:cubicBezTo>
                  <a:cubicBezTo>
                    <a:pt x="563" y="835"/>
                    <a:pt x="670" y="790"/>
                    <a:pt x="750" y="710"/>
                  </a:cubicBezTo>
                  <a:cubicBezTo>
                    <a:pt x="911" y="549"/>
                    <a:pt x="911" y="290"/>
                    <a:pt x="750" y="130"/>
                  </a:cubicBezTo>
                  <a:cubicBezTo>
                    <a:pt x="672" y="43"/>
                    <a:pt x="563" y="0"/>
                    <a:pt x="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43"/>
            <p:cNvSpPr/>
            <p:nvPr/>
          </p:nvSpPr>
          <p:spPr>
            <a:xfrm>
              <a:off x="4499222" y="3133185"/>
              <a:ext cx="147006" cy="133599"/>
            </a:xfrm>
            <a:custGeom>
              <a:avLst/>
              <a:gdLst/>
              <a:ahLst/>
              <a:cxnLst/>
              <a:rect l="l" t="t" r="r" b="b"/>
              <a:pathLst>
                <a:path w="9145" h="8311" extrusionOk="0">
                  <a:moveTo>
                    <a:pt x="4505" y="824"/>
                  </a:moveTo>
                  <a:cubicBezTo>
                    <a:pt x="4817" y="824"/>
                    <a:pt x="5076" y="1083"/>
                    <a:pt x="5076" y="1386"/>
                  </a:cubicBezTo>
                  <a:cubicBezTo>
                    <a:pt x="5076" y="1698"/>
                    <a:pt x="4817" y="1948"/>
                    <a:pt x="4505" y="1948"/>
                  </a:cubicBezTo>
                  <a:cubicBezTo>
                    <a:pt x="4362" y="1948"/>
                    <a:pt x="4220" y="1895"/>
                    <a:pt x="4113" y="1787"/>
                  </a:cubicBezTo>
                  <a:cubicBezTo>
                    <a:pt x="4006" y="1680"/>
                    <a:pt x="3943" y="1538"/>
                    <a:pt x="3943" y="1386"/>
                  </a:cubicBezTo>
                  <a:cubicBezTo>
                    <a:pt x="3943" y="1234"/>
                    <a:pt x="4006" y="1101"/>
                    <a:pt x="4113" y="993"/>
                  </a:cubicBezTo>
                  <a:cubicBezTo>
                    <a:pt x="4220" y="886"/>
                    <a:pt x="4362" y="824"/>
                    <a:pt x="4505" y="824"/>
                  </a:cubicBezTo>
                  <a:close/>
                  <a:moveTo>
                    <a:pt x="4505" y="4375"/>
                  </a:moveTo>
                  <a:cubicBezTo>
                    <a:pt x="4826" y="4375"/>
                    <a:pt x="5085" y="4633"/>
                    <a:pt x="5085" y="4954"/>
                  </a:cubicBezTo>
                  <a:cubicBezTo>
                    <a:pt x="5085" y="5276"/>
                    <a:pt x="4826" y="5534"/>
                    <a:pt x="4505" y="5534"/>
                  </a:cubicBezTo>
                  <a:cubicBezTo>
                    <a:pt x="4354" y="5534"/>
                    <a:pt x="4211" y="5472"/>
                    <a:pt x="4104" y="5365"/>
                  </a:cubicBezTo>
                  <a:cubicBezTo>
                    <a:pt x="3988" y="5249"/>
                    <a:pt x="3934" y="5106"/>
                    <a:pt x="3934" y="4954"/>
                  </a:cubicBezTo>
                  <a:cubicBezTo>
                    <a:pt x="3934" y="4633"/>
                    <a:pt x="4193" y="4375"/>
                    <a:pt x="4505" y="4375"/>
                  </a:cubicBezTo>
                  <a:close/>
                  <a:moveTo>
                    <a:pt x="7735" y="6355"/>
                  </a:moveTo>
                  <a:cubicBezTo>
                    <a:pt x="8047" y="6355"/>
                    <a:pt x="8297" y="6605"/>
                    <a:pt x="8297" y="6917"/>
                  </a:cubicBezTo>
                  <a:cubicBezTo>
                    <a:pt x="8297" y="7229"/>
                    <a:pt x="8047" y="7479"/>
                    <a:pt x="7735" y="7479"/>
                  </a:cubicBezTo>
                  <a:cubicBezTo>
                    <a:pt x="7422" y="7479"/>
                    <a:pt x="7173" y="7229"/>
                    <a:pt x="7173" y="6917"/>
                  </a:cubicBezTo>
                  <a:cubicBezTo>
                    <a:pt x="7173" y="6605"/>
                    <a:pt x="7422" y="6355"/>
                    <a:pt x="7735" y="6355"/>
                  </a:cubicBezTo>
                  <a:close/>
                  <a:moveTo>
                    <a:pt x="4525" y="1"/>
                  </a:moveTo>
                  <a:cubicBezTo>
                    <a:pt x="4466" y="1"/>
                    <a:pt x="4405" y="4"/>
                    <a:pt x="4345" y="12"/>
                  </a:cubicBezTo>
                  <a:cubicBezTo>
                    <a:pt x="4104" y="39"/>
                    <a:pt x="3863" y="146"/>
                    <a:pt x="3667" y="298"/>
                  </a:cubicBezTo>
                  <a:cubicBezTo>
                    <a:pt x="3328" y="565"/>
                    <a:pt x="3140" y="967"/>
                    <a:pt x="3140" y="1386"/>
                  </a:cubicBezTo>
                  <a:cubicBezTo>
                    <a:pt x="3140" y="1761"/>
                    <a:pt x="3283" y="2109"/>
                    <a:pt x="3542" y="2367"/>
                  </a:cubicBezTo>
                  <a:cubicBezTo>
                    <a:pt x="3711" y="2537"/>
                    <a:pt x="3899" y="2653"/>
                    <a:pt x="4113" y="2715"/>
                  </a:cubicBezTo>
                  <a:lnTo>
                    <a:pt x="4113" y="3616"/>
                  </a:lnTo>
                  <a:cubicBezTo>
                    <a:pt x="3542" y="3786"/>
                    <a:pt x="3122" y="4321"/>
                    <a:pt x="3122" y="4954"/>
                  </a:cubicBezTo>
                  <a:cubicBezTo>
                    <a:pt x="3122" y="5070"/>
                    <a:pt x="3140" y="5195"/>
                    <a:pt x="3167" y="5302"/>
                  </a:cubicBezTo>
                  <a:lnTo>
                    <a:pt x="2257" y="5829"/>
                  </a:lnTo>
                  <a:cubicBezTo>
                    <a:pt x="2007" y="5588"/>
                    <a:pt x="1668" y="5454"/>
                    <a:pt x="1311" y="5454"/>
                  </a:cubicBezTo>
                  <a:cubicBezTo>
                    <a:pt x="830" y="5454"/>
                    <a:pt x="366" y="5722"/>
                    <a:pt x="116" y="6141"/>
                  </a:cubicBezTo>
                  <a:cubicBezTo>
                    <a:pt x="0" y="6337"/>
                    <a:pt x="71" y="6587"/>
                    <a:pt x="268" y="6703"/>
                  </a:cubicBezTo>
                  <a:cubicBezTo>
                    <a:pt x="334" y="6742"/>
                    <a:pt x="407" y="6761"/>
                    <a:pt x="479" y="6761"/>
                  </a:cubicBezTo>
                  <a:cubicBezTo>
                    <a:pt x="618" y="6761"/>
                    <a:pt x="753" y="6690"/>
                    <a:pt x="830" y="6560"/>
                  </a:cubicBezTo>
                  <a:cubicBezTo>
                    <a:pt x="928" y="6391"/>
                    <a:pt x="1115" y="6284"/>
                    <a:pt x="1311" y="6284"/>
                  </a:cubicBezTo>
                  <a:cubicBezTo>
                    <a:pt x="1463" y="6284"/>
                    <a:pt x="1606" y="6337"/>
                    <a:pt x="1713" y="6444"/>
                  </a:cubicBezTo>
                  <a:cubicBezTo>
                    <a:pt x="1838" y="6578"/>
                    <a:pt x="1900" y="6756"/>
                    <a:pt x="1873" y="6935"/>
                  </a:cubicBezTo>
                  <a:cubicBezTo>
                    <a:pt x="1847" y="7122"/>
                    <a:pt x="1713" y="7274"/>
                    <a:pt x="1543" y="7363"/>
                  </a:cubicBezTo>
                  <a:cubicBezTo>
                    <a:pt x="1347" y="7461"/>
                    <a:pt x="1267" y="7702"/>
                    <a:pt x="1365" y="7907"/>
                  </a:cubicBezTo>
                  <a:cubicBezTo>
                    <a:pt x="1436" y="8050"/>
                    <a:pt x="1579" y="8139"/>
                    <a:pt x="1740" y="8139"/>
                  </a:cubicBezTo>
                  <a:cubicBezTo>
                    <a:pt x="1793" y="8139"/>
                    <a:pt x="1856" y="8130"/>
                    <a:pt x="1918" y="8104"/>
                  </a:cubicBezTo>
                  <a:cubicBezTo>
                    <a:pt x="2391" y="7872"/>
                    <a:pt x="2703" y="7381"/>
                    <a:pt x="2703" y="6846"/>
                  </a:cubicBezTo>
                  <a:cubicBezTo>
                    <a:pt x="2703" y="6748"/>
                    <a:pt x="2694" y="6640"/>
                    <a:pt x="2667" y="6542"/>
                  </a:cubicBezTo>
                  <a:lnTo>
                    <a:pt x="3604" y="6007"/>
                  </a:lnTo>
                  <a:cubicBezTo>
                    <a:pt x="3863" y="6230"/>
                    <a:pt x="4184" y="6355"/>
                    <a:pt x="4523" y="6355"/>
                  </a:cubicBezTo>
                  <a:cubicBezTo>
                    <a:pt x="4880" y="6355"/>
                    <a:pt x="5210" y="6221"/>
                    <a:pt x="5460" y="5998"/>
                  </a:cubicBezTo>
                  <a:lnTo>
                    <a:pt x="6414" y="6551"/>
                  </a:lnTo>
                  <a:cubicBezTo>
                    <a:pt x="6370" y="6730"/>
                    <a:pt x="6352" y="6917"/>
                    <a:pt x="6379" y="7113"/>
                  </a:cubicBezTo>
                  <a:cubicBezTo>
                    <a:pt x="6468" y="7765"/>
                    <a:pt x="7021" y="8273"/>
                    <a:pt x="7681" y="8309"/>
                  </a:cubicBezTo>
                  <a:cubicBezTo>
                    <a:pt x="7707" y="8310"/>
                    <a:pt x="7733" y="8311"/>
                    <a:pt x="7759" y="8311"/>
                  </a:cubicBezTo>
                  <a:cubicBezTo>
                    <a:pt x="8518" y="8311"/>
                    <a:pt x="9144" y="7685"/>
                    <a:pt x="9144" y="6917"/>
                  </a:cubicBezTo>
                  <a:cubicBezTo>
                    <a:pt x="9144" y="6150"/>
                    <a:pt x="8520" y="5534"/>
                    <a:pt x="7752" y="5534"/>
                  </a:cubicBezTo>
                  <a:cubicBezTo>
                    <a:pt x="7413" y="5534"/>
                    <a:pt x="7101" y="5650"/>
                    <a:pt x="6860" y="5855"/>
                  </a:cubicBezTo>
                  <a:lnTo>
                    <a:pt x="5888" y="5293"/>
                  </a:lnTo>
                  <a:cubicBezTo>
                    <a:pt x="5915" y="5186"/>
                    <a:pt x="5933" y="5070"/>
                    <a:pt x="5933" y="4954"/>
                  </a:cubicBezTo>
                  <a:cubicBezTo>
                    <a:pt x="5933" y="4321"/>
                    <a:pt x="5513" y="3786"/>
                    <a:pt x="4942" y="3616"/>
                  </a:cubicBezTo>
                  <a:lnTo>
                    <a:pt x="4942" y="2715"/>
                  </a:lnTo>
                  <a:cubicBezTo>
                    <a:pt x="5504" y="2537"/>
                    <a:pt x="5915" y="2010"/>
                    <a:pt x="5915" y="1386"/>
                  </a:cubicBezTo>
                  <a:cubicBezTo>
                    <a:pt x="5915" y="624"/>
                    <a:pt x="5292" y="1"/>
                    <a:pt x="4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p43"/>
            <p:cNvSpPr/>
            <p:nvPr/>
          </p:nvSpPr>
          <p:spPr>
            <a:xfrm>
              <a:off x="4437976" y="3045464"/>
              <a:ext cx="268051" cy="340179"/>
            </a:xfrm>
            <a:custGeom>
              <a:avLst/>
              <a:gdLst/>
              <a:ahLst/>
              <a:cxnLst/>
              <a:rect l="l" t="t" r="r" b="b"/>
              <a:pathLst>
                <a:path w="16675" h="21162" extrusionOk="0">
                  <a:moveTo>
                    <a:pt x="8333" y="848"/>
                  </a:moveTo>
                  <a:cubicBezTo>
                    <a:pt x="9047" y="848"/>
                    <a:pt x="9573" y="1348"/>
                    <a:pt x="9573" y="2008"/>
                  </a:cubicBezTo>
                  <a:lnTo>
                    <a:pt x="9573" y="2418"/>
                  </a:lnTo>
                  <a:lnTo>
                    <a:pt x="11500" y="2418"/>
                  </a:lnTo>
                  <a:cubicBezTo>
                    <a:pt x="11580" y="2418"/>
                    <a:pt x="11643" y="2481"/>
                    <a:pt x="11643" y="2561"/>
                  </a:cubicBezTo>
                  <a:lnTo>
                    <a:pt x="11643" y="3863"/>
                  </a:lnTo>
                  <a:lnTo>
                    <a:pt x="5032" y="3863"/>
                  </a:lnTo>
                  <a:lnTo>
                    <a:pt x="5032" y="2561"/>
                  </a:lnTo>
                  <a:cubicBezTo>
                    <a:pt x="5032" y="2481"/>
                    <a:pt x="5095" y="2418"/>
                    <a:pt x="5175" y="2418"/>
                  </a:cubicBezTo>
                  <a:lnTo>
                    <a:pt x="7102" y="2418"/>
                  </a:lnTo>
                  <a:lnTo>
                    <a:pt x="7102" y="2008"/>
                  </a:lnTo>
                  <a:cubicBezTo>
                    <a:pt x="7102" y="1348"/>
                    <a:pt x="7628" y="848"/>
                    <a:pt x="8333" y="848"/>
                  </a:cubicBezTo>
                  <a:close/>
                  <a:moveTo>
                    <a:pt x="15853" y="3078"/>
                  </a:moveTo>
                  <a:lnTo>
                    <a:pt x="15853" y="20332"/>
                  </a:lnTo>
                  <a:lnTo>
                    <a:pt x="822" y="20332"/>
                  </a:lnTo>
                  <a:lnTo>
                    <a:pt x="822" y="3078"/>
                  </a:lnTo>
                  <a:lnTo>
                    <a:pt x="4212" y="3078"/>
                  </a:lnTo>
                  <a:lnTo>
                    <a:pt x="4212" y="3863"/>
                  </a:lnTo>
                  <a:lnTo>
                    <a:pt x="1731" y="3863"/>
                  </a:lnTo>
                  <a:cubicBezTo>
                    <a:pt x="1508" y="3863"/>
                    <a:pt x="1321" y="4051"/>
                    <a:pt x="1321" y="4274"/>
                  </a:cubicBezTo>
                  <a:lnTo>
                    <a:pt x="1321" y="18726"/>
                  </a:lnTo>
                  <a:cubicBezTo>
                    <a:pt x="1321" y="18949"/>
                    <a:pt x="1508" y="19136"/>
                    <a:pt x="1731" y="19136"/>
                  </a:cubicBezTo>
                  <a:lnTo>
                    <a:pt x="6879" y="19136"/>
                  </a:lnTo>
                  <a:cubicBezTo>
                    <a:pt x="7084" y="19136"/>
                    <a:pt x="7271" y="18993"/>
                    <a:pt x="7298" y="18788"/>
                  </a:cubicBezTo>
                  <a:cubicBezTo>
                    <a:pt x="7334" y="18530"/>
                    <a:pt x="7138" y="18306"/>
                    <a:pt x="6897" y="18306"/>
                  </a:cubicBezTo>
                  <a:lnTo>
                    <a:pt x="2142" y="18306"/>
                  </a:lnTo>
                  <a:lnTo>
                    <a:pt x="2142" y="4693"/>
                  </a:lnTo>
                  <a:lnTo>
                    <a:pt x="14524" y="4693"/>
                  </a:lnTo>
                  <a:lnTo>
                    <a:pt x="14524" y="18306"/>
                  </a:lnTo>
                  <a:lnTo>
                    <a:pt x="9743" y="18306"/>
                  </a:lnTo>
                  <a:cubicBezTo>
                    <a:pt x="9528" y="18306"/>
                    <a:pt x="9350" y="18458"/>
                    <a:pt x="9314" y="18663"/>
                  </a:cubicBezTo>
                  <a:cubicBezTo>
                    <a:pt x="9279" y="18913"/>
                    <a:pt x="9475" y="19136"/>
                    <a:pt x="9725" y="19136"/>
                  </a:cubicBezTo>
                  <a:lnTo>
                    <a:pt x="14944" y="19136"/>
                  </a:lnTo>
                  <a:cubicBezTo>
                    <a:pt x="15167" y="19136"/>
                    <a:pt x="15354" y="18949"/>
                    <a:pt x="15354" y="18726"/>
                  </a:cubicBezTo>
                  <a:lnTo>
                    <a:pt x="15354" y="4274"/>
                  </a:lnTo>
                  <a:cubicBezTo>
                    <a:pt x="15354" y="4051"/>
                    <a:pt x="15167" y="3863"/>
                    <a:pt x="14944" y="3863"/>
                  </a:cubicBezTo>
                  <a:lnTo>
                    <a:pt x="12463" y="3863"/>
                  </a:lnTo>
                  <a:lnTo>
                    <a:pt x="12463" y="3078"/>
                  </a:lnTo>
                  <a:close/>
                  <a:moveTo>
                    <a:pt x="8324" y="1"/>
                  </a:moveTo>
                  <a:cubicBezTo>
                    <a:pt x="7307" y="1"/>
                    <a:pt x="6477" y="679"/>
                    <a:pt x="6281" y="1597"/>
                  </a:cubicBezTo>
                  <a:lnTo>
                    <a:pt x="5139" y="1597"/>
                  </a:lnTo>
                  <a:cubicBezTo>
                    <a:pt x="4711" y="1597"/>
                    <a:pt x="4345" y="1874"/>
                    <a:pt x="4212" y="2258"/>
                  </a:cubicBezTo>
                  <a:lnTo>
                    <a:pt x="411" y="2258"/>
                  </a:lnTo>
                  <a:cubicBezTo>
                    <a:pt x="188" y="2258"/>
                    <a:pt x="1" y="2436"/>
                    <a:pt x="1" y="2668"/>
                  </a:cubicBezTo>
                  <a:lnTo>
                    <a:pt x="1" y="20742"/>
                  </a:lnTo>
                  <a:cubicBezTo>
                    <a:pt x="1" y="20974"/>
                    <a:pt x="188" y="21161"/>
                    <a:pt x="411" y="21161"/>
                  </a:cubicBezTo>
                  <a:lnTo>
                    <a:pt x="16264" y="21161"/>
                  </a:lnTo>
                  <a:cubicBezTo>
                    <a:pt x="16487" y="21161"/>
                    <a:pt x="16674" y="20974"/>
                    <a:pt x="16674" y="20742"/>
                  </a:cubicBezTo>
                  <a:lnTo>
                    <a:pt x="16674" y="2668"/>
                  </a:lnTo>
                  <a:cubicBezTo>
                    <a:pt x="16674" y="2436"/>
                    <a:pt x="16487" y="2258"/>
                    <a:pt x="16264" y="2258"/>
                  </a:cubicBezTo>
                  <a:lnTo>
                    <a:pt x="12446" y="2258"/>
                  </a:lnTo>
                  <a:cubicBezTo>
                    <a:pt x="12312" y="1874"/>
                    <a:pt x="11946" y="1597"/>
                    <a:pt x="11518" y="1597"/>
                  </a:cubicBezTo>
                  <a:lnTo>
                    <a:pt x="10376" y="1597"/>
                  </a:lnTo>
                  <a:cubicBezTo>
                    <a:pt x="10180" y="679"/>
                    <a:pt x="9350" y="1"/>
                    <a:pt x="8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91670"/>
      </p:ext>
    </p:extLst>
  </p:cSld>
  <p:clrMapOvr>
    <a:masterClrMapping/>
  </p:clrMapOvr>
  <p:transition spd="slow" advTm="20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p45"/>
          <p:cNvSpPr txBox="1">
            <a:spLocks noGrp="1"/>
          </p:cNvSpPr>
          <p:nvPr>
            <p:ph type="title"/>
          </p:nvPr>
        </p:nvSpPr>
        <p:spPr>
          <a:xfrm>
            <a:off x="589371" y="199905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 dirty="0"/>
              <a:t>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 COVID-19 Vaccine Research by Slidesgo">
  <a:themeElements>
    <a:clrScheme name="Simple Light">
      <a:dk1>
        <a:srgbClr val="C2213A"/>
      </a:dk1>
      <a:lt1>
        <a:srgbClr val="E9E9E9"/>
      </a:lt1>
      <a:dk2>
        <a:srgbClr val="020305"/>
      </a:dk2>
      <a:lt2>
        <a:srgbClr val="F3F3F3"/>
      </a:lt2>
      <a:accent1>
        <a:srgbClr val="666666"/>
      </a:accent1>
      <a:accent2>
        <a:srgbClr val="434343"/>
      </a:accent2>
      <a:accent3>
        <a:srgbClr val="EA4A2A"/>
      </a:accent3>
      <a:accent4>
        <a:srgbClr val="EFB86A"/>
      </a:accent4>
      <a:accent5>
        <a:srgbClr val="F49103"/>
      </a:accent5>
      <a:accent6>
        <a:srgbClr val="E4585D"/>
      </a:accent6>
      <a:hlink>
        <a:srgbClr val="C221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 COVID-19 Vaccine Research by Slidesgo">
  <a:themeElements>
    <a:clrScheme name="Simple Light">
      <a:dk1>
        <a:srgbClr val="C2213A"/>
      </a:dk1>
      <a:lt1>
        <a:srgbClr val="E9E9E9"/>
      </a:lt1>
      <a:dk2>
        <a:srgbClr val="020305"/>
      </a:dk2>
      <a:lt2>
        <a:srgbClr val="F3F3F3"/>
      </a:lt2>
      <a:accent1>
        <a:srgbClr val="666666"/>
      </a:accent1>
      <a:accent2>
        <a:srgbClr val="434343"/>
      </a:accent2>
      <a:accent3>
        <a:srgbClr val="EA4A2A"/>
      </a:accent3>
      <a:accent4>
        <a:srgbClr val="EFB86A"/>
      </a:accent4>
      <a:accent5>
        <a:srgbClr val="F49103"/>
      </a:accent5>
      <a:accent6>
        <a:srgbClr val="E4585D"/>
      </a:accent6>
      <a:hlink>
        <a:srgbClr val="C221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353</Words>
  <Application>Microsoft Office PowerPoint</Application>
  <PresentationFormat>Presentación en pantalla (16:9)</PresentationFormat>
  <Paragraphs>138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21</vt:i4>
      </vt:variant>
    </vt:vector>
  </HeadingPairs>
  <TitlesOfParts>
    <vt:vector size="32" baseType="lpstr">
      <vt:lpstr>Red Hat Text</vt:lpstr>
      <vt:lpstr>Rubik</vt:lpstr>
      <vt:lpstr>Rubik Light</vt:lpstr>
      <vt:lpstr>Arial</vt:lpstr>
      <vt:lpstr>Fira Sans</vt:lpstr>
      <vt:lpstr>Roboto Condensed Light</vt:lpstr>
      <vt:lpstr> Rubik Light</vt:lpstr>
      <vt:lpstr>Raleway</vt:lpstr>
      <vt:lpstr>Fira Sans Light</vt:lpstr>
      <vt:lpstr> COVID-19 Vaccine Research by Slidesgo</vt:lpstr>
      <vt:lpstr>1_ COVID-19 Vaccine Research by Slidesgo</vt:lpstr>
      <vt:lpstr>VaCheck  </vt:lpstr>
      <vt:lpstr>ÍNDICE</vt:lpstr>
      <vt:lpstr>INTRODUCCIÓN PROBLEMAS A SOLUCIONAR</vt:lpstr>
      <vt:lpstr>EL EQUIPO Y TRABAJO COMÚN</vt:lpstr>
      <vt:lpstr>LA SOLUCIÓN</vt:lpstr>
      <vt:lpstr>Requisitos</vt:lpstr>
      <vt:lpstr>Requisitos</vt:lpstr>
      <vt:lpstr>PLANIFICACIÓN</vt:lpstr>
      <vt:lpstr>ARQUITECTURA</vt:lpstr>
      <vt:lpstr>PRUEBAS</vt:lpstr>
      <vt:lpstr>DIAGRAMA DE CASOS DE USO</vt:lpstr>
      <vt:lpstr>DIAGRAMA  DE CLASES</vt:lpstr>
      <vt:lpstr>DIAGRAMA  DE CLASES</vt:lpstr>
      <vt:lpstr>DIAGRAMA DE SECUENCIAS</vt:lpstr>
      <vt:lpstr>DIAGRAMA DE SECUENCIAS</vt:lpstr>
      <vt:lpstr>DIAGRAMA DE SECUENCIAS</vt:lpstr>
      <vt:lpstr>ESTRATEGIAS Y HERRAMIENTAS</vt:lpstr>
      <vt:lpstr>Despliegue</vt:lpstr>
      <vt:lpstr>RESULTADO</vt:lpstr>
      <vt:lpstr>CONCLUSIONES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VaCheck  </dc:title>
  <cp:lastModifiedBy>Jesus Mora Hilillo</cp:lastModifiedBy>
  <cp:revision>40</cp:revision>
  <dcterms:modified xsi:type="dcterms:W3CDTF">2021-06-07T12:25:42Z</dcterms:modified>
</cp:coreProperties>
</file>